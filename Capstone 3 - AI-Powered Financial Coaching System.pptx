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sldIdLst>
    <p:sldId id="256" r:id="rId2"/>
    <p:sldId id="272" r:id="rId3"/>
    <p:sldId id="273" r:id="rId4"/>
    <p:sldId id="274" r:id="rId5"/>
    <p:sldId id="275" r:id="rId6"/>
    <p:sldId id="28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B730A3-D870-0D89-1E4B-48E93DD9A23B}" v="1041" dt="2026-03-06T16:05:40.661"/>
    <p1510:client id="{D7A5C76D-2197-0F44-9E2F-4B400958A82B}" v="1224" dt="2026-03-06T16:25:04.3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162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29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4" Type="http://schemas.openxmlformats.org/officeDocument/2006/relationships/image" Target="../media/image37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4" Type="http://schemas.openxmlformats.org/officeDocument/2006/relationships/image" Target="../media/image3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29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4" Type="http://schemas.openxmlformats.org/officeDocument/2006/relationships/image" Target="../media/image37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4" Type="http://schemas.openxmlformats.org/officeDocument/2006/relationships/image" Target="../media/image3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6DD80C-0C48-4884-9B01-B1CA8448D96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1098D39-9F06-4B5A-9EB1-6D3E21D9B3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Consumers generate thousands of financial transactions every year, yet most people struggle to understand their spending behavior.</a:t>
          </a:r>
        </a:p>
      </dgm:t>
    </dgm:pt>
    <dgm:pt modelId="{1843547A-C821-4285-9F7F-6F923F08A520}" type="parTrans" cxnId="{72C20F6E-5949-487C-A89E-1DA13869E44C}">
      <dgm:prSet/>
      <dgm:spPr/>
      <dgm:t>
        <a:bodyPr/>
        <a:lstStyle/>
        <a:p>
          <a:endParaRPr lang="en-US"/>
        </a:p>
      </dgm:t>
    </dgm:pt>
    <dgm:pt modelId="{974DD98C-9CB2-4DA2-A348-DAB0D1D4D878}" type="sibTrans" cxnId="{72C20F6E-5949-487C-A89E-1DA13869E44C}">
      <dgm:prSet/>
      <dgm:spPr/>
      <dgm:t>
        <a:bodyPr/>
        <a:lstStyle/>
        <a:p>
          <a:endParaRPr lang="en-US"/>
        </a:p>
      </dgm:t>
    </dgm:pt>
    <dgm:pt modelId="{210DFE72-92D4-412C-B0F9-1E312EE00B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Current financial tools mainly provide transaction logs and basic summaries but lack predictive insights or proactive guidance. </a:t>
          </a:r>
        </a:p>
      </dgm:t>
    </dgm:pt>
    <dgm:pt modelId="{40863327-E08E-4DDB-B6DD-386E9AFDE232}" type="parTrans" cxnId="{E7420495-FE31-4F5C-B8D5-256B7B93307B}">
      <dgm:prSet/>
      <dgm:spPr/>
      <dgm:t>
        <a:bodyPr/>
        <a:lstStyle/>
        <a:p>
          <a:endParaRPr lang="en-US"/>
        </a:p>
      </dgm:t>
    </dgm:pt>
    <dgm:pt modelId="{45F4DF17-5703-454D-952A-14AE9996473E}" type="sibTrans" cxnId="{E7420495-FE31-4F5C-B8D5-256B7B93307B}">
      <dgm:prSet/>
      <dgm:spPr/>
      <dgm:t>
        <a:bodyPr/>
        <a:lstStyle/>
        <a:p>
          <a:endParaRPr lang="en-US"/>
        </a:p>
      </dgm:t>
    </dgm:pt>
    <dgm:pt modelId="{F7EE50B5-96A1-455E-9E5B-B8B98A8D727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This creates an opportunity to apply data science to:</a:t>
          </a:r>
        </a:p>
      </dgm:t>
    </dgm:pt>
    <dgm:pt modelId="{D9C176ED-00A1-49C6-BE60-61DE27974470}" type="parTrans" cxnId="{786920FA-B813-440B-A3BB-153C7990DFAD}">
      <dgm:prSet/>
      <dgm:spPr/>
      <dgm:t>
        <a:bodyPr/>
        <a:lstStyle/>
        <a:p>
          <a:endParaRPr lang="en-US"/>
        </a:p>
      </dgm:t>
    </dgm:pt>
    <dgm:pt modelId="{964D5EF4-F869-480C-B844-8415C86841D9}" type="sibTrans" cxnId="{786920FA-B813-440B-A3BB-153C7990DFAD}">
      <dgm:prSet/>
      <dgm:spPr/>
      <dgm:t>
        <a:bodyPr/>
        <a:lstStyle/>
        <a:p>
          <a:endParaRPr lang="en-US"/>
        </a:p>
      </dgm:t>
    </dgm:pt>
    <dgm:pt modelId="{555EC865-F2EB-4378-8B7A-9DE0F958A2D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Identify patterns in financial behavior</a:t>
          </a:r>
        </a:p>
      </dgm:t>
    </dgm:pt>
    <dgm:pt modelId="{BB12293B-5E79-4049-B44A-3941CF22EC71}" type="parTrans" cxnId="{FE23D71F-4713-4930-8C24-D5DC066BEF1A}">
      <dgm:prSet/>
      <dgm:spPr/>
      <dgm:t>
        <a:bodyPr/>
        <a:lstStyle/>
        <a:p>
          <a:endParaRPr lang="en-US"/>
        </a:p>
      </dgm:t>
    </dgm:pt>
    <dgm:pt modelId="{46AC888E-E7E9-4A8E-ABE4-7E7C265F724A}" type="sibTrans" cxnId="{FE23D71F-4713-4930-8C24-D5DC066BEF1A}">
      <dgm:prSet/>
      <dgm:spPr/>
      <dgm:t>
        <a:bodyPr/>
        <a:lstStyle/>
        <a:p>
          <a:endParaRPr lang="en-US"/>
        </a:p>
      </dgm:t>
    </dgm:pt>
    <dgm:pt modelId="{A6B08461-3333-4D35-BED0-E84E571C7CC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Predict spending patterns</a:t>
          </a:r>
        </a:p>
      </dgm:t>
    </dgm:pt>
    <dgm:pt modelId="{30BC3A31-8AF4-4DC0-AEF4-62CA2E9ED521}" type="parTrans" cxnId="{F1C9A9DC-CC0A-46F6-BAF7-1CAD56B74AB9}">
      <dgm:prSet/>
      <dgm:spPr/>
      <dgm:t>
        <a:bodyPr/>
        <a:lstStyle/>
        <a:p>
          <a:endParaRPr lang="en-US"/>
        </a:p>
      </dgm:t>
    </dgm:pt>
    <dgm:pt modelId="{61485913-16D7-4D8C-B710-5865B8970434}" type="sibTrans" cxnId="{F1C9A9DC-CC0A-46F6-BAF7-1CAD56B74AB9}">
      <dgm:prSet/>
      <dgm:spPr/>
      <dgm:t>
        <a:bodyPr/>
        <a:lstStyle/>
        <a:p>
          <a:endParaRPr lang="en-US"/>
        </a:p>
      </dgm:t>
    </dgm:pt>
    <dgm:pt modelId="{AE4B39D5-6B61-4470-A890-B358525758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Support future intelligent financial coaching tools</a:t>
          </a:r>
        </a:p>
      </dgm:t>
    </dgm:pt>
    <dgm:pt modelId="{ADF28FED-B297-4B68-BC09-F3CA94517578}" type="parTrans" cxnId="{812F7EAD-FB5D-494C-B081-6EE6956E624B}">
      <dgm:prSet/>
      <dgm:spPr/>
      <dgm:t>
        <a:bodyPr/>
        <a:lstStyle/>
        <a:p>
          <a:endParaRPr lang="en-US"/>
        </a:p>
      </dgm:t>
    </dgm:pt>
    <dgm:pt modelId="{91A2C9B8-A55B-47CF-813D-78AA52F64A87}" type="sibTrans" cxnId="{812F7EAD-FB5D-494C-B081-6EE6956E624B}">
      <dgm:prSet/>
      <dgm:spPr/>
      <dgm:t>
        <a:bodyPr/>
        <a:lstStyle/>
        <a:p>
          <a:endParaRPr lang="en-US"/>
        </a:p>
      </dgm:t>
    </dgm:pt>
    <dgm:pt modelId="{0F125B9C-3AA5-460B-9328-695A786BF7FB}" type="pres">
      <dgm:prSet presAssocID="{8A6DD80C-0C48-4884-9B01-B1CA8448D968}" presName="root" presStyleCnt="0">
        <dgm:presLayoutVars>
          <dgm:dir/>
          <dgm:resizeHandles val="exact"/>
        </dgm:presLayoutVars>
      </dgm:prSet>
      <dgm:spPr/>
    </dgm:pt>
    <dgm:pt modelId="{D66CCE17-6D15-4FB1-BB56-D7E174761F62}" type="pres">
      <dgm:prSet presAssocID="{E1098D39-9F06-4B5A-9EB1-6D3E21D9B3AE}" presName="compNode" presStyleCnt="0"/>
      <dgm:spPr/>
    </dgm:pt>
    <dgm:pt modelId="{C3210802-E5DF-4118-A757-8B66707B2BF8}" type="pres">
      <dgm:prSet presAssocID="{E1098D39-9F06-4B5A-9EB1-6D3E21D9B3AE}" presName="bgRect" presStyleLbl="bgShp" presStyleIdx="0" presStyleCnt="3"/>
      <dgm:spPr/>
    </dgm:pt>
    <dgm:pt modelId="{36372F72-2482-4198-86E7-2878EB20D125}" type="pres">
      <dgm:prSet presAssocID="{E1098D39-9F06-4B5A-9EB1-6D3E21D9B3A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7B47798E-8260-40AA-8362-FD615450CD03}" type="pres">
      <dgm:prSet presAssocID="{E1098D39-9F06-4B5A-9EB1-6D3E21D9B3AE}" presName="spaceRect" presStyleCnt="0"/>
      <dgm:spPr/>
    </dgm:pt>
    <dgm:pt modelId="{8B860F37-27E2-4A5C-BD15-18BBC112337E}" type="pres">
      <dgm:prSet presAssocID="{E1098D39-9F06-4B5A-9EB1-6D3E21D9B3AE}" presName="parTx" presStyleLbl="revTx" presStyleIdx="0" presStyleCnt="4">
        <dgm:presLayoutVars>
          <dgm:chMax val="0"/>
          <dgm:chPref val="0"/>
        </dgm:presLayoutVars>
      </dgm:prSet>
      <dgm:spPr/>
    </dgm:pt>
    <dgm:pt modelId="{EADB1413-555A-4D07-BEF0-AF374F8261A5}" type="pres">
      <dgm:prSet presAssocID="{974DD98C-9CB2-4DA2-A348-DAB0D1D4D878}" presName="sibTrans" presStyleCnt="0"/>
      <dgm:spPr/>
    </dgm:pt>
    <dgm:pt modelId="{65616AD8-147D-496D-A868-D332E4C3A188}" type="pres">
      <dgm:prSet presAssocID="{210DFE72-92D4-412C-B0F9-1E312EE00B4A}" presName="compNode" presStyleCnt="0"/>
      <dgm:spPr/>
    </dgm:pt>
    <dgm:pt modelId="{CF069372-642F-4B3E-81D0-9B8982760C68}" type="pres">
      <dgm:prSet presAssocID="{210DFE72-92D4-412C-B0F9-1E312EE00B4A}" presName="bgRect" presStyleLbl="bgShp" presStyleIdx="1" presStyleCnt="3"/>
      <dgm:spPr/>
    </dgm:pt>
    <dgm:pt modelId="{B4C51206-029E-4292-A27D-A1F0993DDEAC}" type="pres">
      <dgm:prSet presAssocID="{210DFE72-92D4-412C-B0F9-1E312EE00B4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64133C38-1645-48F1-8127-5A9521683CE6}" type="pres">
      <dgm:prSet presAssocID="{210DFE72-92D4-412C-B0F9-1E312EE00B4A}" presName="spaceRect" presStyleCnt="0"/>
      <dgm:spPr/>
    </dgm:pt>
    <dgm:pt modelId="{446E598E-91B8-42ED-8C2A-F9EED2220966}" type="pres">
      <dgm:prSet presAssocID="{210DFE72-92D4-412C-B0F9-1E312EE00B4A}" presName="parTx" presStyleLbl="revTx" presStyleIdx="1" presStyleCnt="4">
        <dgm:presLayoutVars>
          <dgm:chMax val="0"/>
          <dgm:chPref val="0"/>
        </dgm:presLayoutVars>
      </dgm:prSet>
      <dgm:spPr/>
    </dgm:pt>
    <dgm:pt modelId="{0151EB23-ABE3-4009-B843-B4A56049E335}" type="pres">
      <dgm:prSet presAssocID="{45F4DF17-5703-454D-952A-14AE9996473E}" presName="sibTrans" presStyleCnt="0"/>
      <dgm:spPr/>
    </dgm:pt>
    <dgm:pt modelId="{71A7A087-E6AA-4A73-8500-F236417F87AB}" type="pres">
      <dgm:prSet presAssocID="{F7EE50B5-96A1-455E-9E5B-B8B98A8D727B}" presName="compNode" presStyleCnt="0"/>
      <dgm:spPr/>
    </dgm:pt>
    <dgm:pt modelId="{E643262C-06B5-4D12-B0A1-918B33967517}" type="pres">
      <dgm:prSet presAssocID="{F7EE50B5-96A1-455E-9E5B-B8B98A8D727B}" presName="bgRect" presStyleLbl="bgShp" presStyleIdx="2" presStyleCnt="3"/>
      <dgm:spPr/>
    </dgm:pt>
    <dgm:pt modelId="{E35D35E1-D3AB-449D-9B19-7342DEA12BA7}" type="pres">
      <dgm:prSet presAssocID="{F7EE50B5-96A1-455E-9E5B-B8B98A8D727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0DC544E9-469D-41D9-90B0-F2D84FFD9E1B}" type="pres">
      <dgm:prSet presAssocID="{F7EE50B5-96A1-455E-9E5B-B8B98A8D727B}" presName="spaceRect" presStyleCnt="0"/>
      <dgm:spPr/>
    </dgm:pt>
    <dgm:pt modelId="{6823352F-D51F-41A6-BBC9-51CF1529AC47}" type="pres">
      <dgm:prSet presAssocID="{F7EE50B5-96A1-455E-9E5B-B8B98A8D727B}" presName="parTx" presStyleLbl="revTx" presStyleIdx="2" presStyleCnt="4">
        <dgm:presLayoutVars>
          <dgm:chMax val="0"/>
          <dgm:chPref val="0"/>
        </dgm:presLayoutVars>
      </dgm:prSet>
      <dgm:spPr/>
    </dgm:pt>
    <dgm:pt modelId="{3EC841F5-E36D-46FC-914E-CF535A7A26F7}" type="pres">
      <dgm:prSet presAssocID="{F7EE50B5-96A1-455E-9E5B-B8B98A8D727B}" presName="desTx" presStyleLbl="revTx" presStyleIdx="3" presStyleCnt="4">
        <dgm:presLayoutVars/>
      </dgm:prSet>
      <dgm:spPr/>
    </dgm:pt>
  </dgm:ptLst>
  <dgm:cxnLst>
    <dgm:cxn modelId="{B2764B14-DC40-4767-BF1B-7AB54CE82CEC}" type="presOf" srcId="{A6B08461-3333-4D35-BED0-E84E571C7CC0}" destId="{3EC841F5-E36D-46FC-914E-CF535A7A26F7}" srcOrd="0" destOrd="1" presId="urn:microsoft.com/office/officeart/2018/2/layout/IconVerticalSolidList"/>
    <dgm:cxn modelId="{FE23D71F-4713-4930-8C24-D5DC066BEF1A}" srcId="{F7EE50B5-96A1-455E-9E5B-B8B98A8D727B}" destId="{555EC865-F2EB-4378-8B7A-9DE0F958A2D3}" srcOrd="0" destOrd="0" parTransId="{BB12293B-5E79-4049-B44A-3941CF22EC71}" sibTransId="{46AC888E-E7E9-4A8E-ABE4-7E7C265F724A}"/>
    <dgm:cxn modelId="{912F983E-E714-4775-86F4-0548A9F995A2}" type="presOf" srcId="{555EC865-F2EB-4378-8B7A-9DE0F958A2D3}" destId="{3EC841F5-E36D-46FC-914E-CF535A7A26F7}" srcOrd="0" destOrd="0" presId="urn:microsoft.com/office/officeart/2018/2/layout/IconVerticalSolidList"/>
    <dgm:cxn modelId="{905C9B4B-713C-4463-A6A3-EC2FDBB300AA}" type="presOf" srcId="{210DFE72-92D4-412C-B0F9-1E312EE00B4A}" destId="{446E598E-91B8-42ED-8C2A-F9EED2220966}" srcOrd="0" destOrd="0" presId="urn:microsoft.com/office/officeart/2018/2/layout/IconVerticalSolidList"/>
    <dgm:cxn modelId="{72C20F6E-5949-487C-A89E-1DA13869E44C}" srcId="{8A6DD80C-0C48-4884-9B01-B1CA8448D968}" destId="{E1098D39-9F06-4B5A-9EB1-6D3E21D9B3AE}" srcOrd="0" destOrd="0" parTransId="{1843547A-C821-4285-9F7F-6F923F08A520}" sibTransId="{974DD98C-9CB2-4DA2-A348-DAB0D1D4D878}"/>
    <dgm:cxn modelId="{6AFF1D52-B528-4ADA-82FD-1CE64552AA4D}" type="presOf" srcId="{F7EE50B5-96A1-455E-9E5B-B8B98A8D727B}" destId="{6823352F-D51F-41A6-BBC9-51CF1529AC47}" srcOrd="0" destOrd="0" presId="urn:microsoft.com/office/officeart/2018/2/layout/IconVerticalSolidList"/>
    <dgm:cxn modelId="{E7420495-FE31-4F5C-B8D5-256B7B93307B}" srcId="{8A6DD80C-0C48-4884-9B01-B1CA8448D968}" destId="{210DFE72-92D4-412C-B0F9-1E312EE00B4A}" srcOrd="1" destOrd="0" parTransId="{40863327-E08E-4DDB-B6DD-386E9AFDE232}" sibTransId="{45F4DF17-5703-454D-952A-14AE9996473E}"/>
    <dgm:cxn modelId="{812F7EAD-FB5D-494C-B081-6EE6956E624B}" srcId="{F7EE50B5-96A1-455E-9E5B-B8B98A8D727B}" destId="{AE4B39D5-6B61-4470-A890-B3585257580D}" srcOrd="2" destOrd="0" parTransId="{ADF28FED-B297-4B68-BC09-F3CA94517578}" sibTransId="{91A2C9B8-A55B-47CF-813D-78AA52F64A87}"/>
    <dgm:cxn modelId="{0271D1C7-548F-42AC-9EF2-B7A199A7A7B1}" type="presOf" srcId="{8A6DD80C-0C48-4884-9B01-B1CA8448D968}" destId="{0F125B9C-3AA5-460B-9328-695A786BF7FB}" srcOrd="0" destOrd="0" presId="urn:microsoft.com/office/officeart/2018/2/layout/IconVerticalSolidList"/>
    <dgm:cxn modelId="{694B9CD4-FB4C-4E27-8274-9CB9369E872E}" type="presOf" srcId="{E1098D39-9F06-4B5A-9EB1-6D3E21D9B3AE}" destId="{8B860F37-27E2-4A5C-BD15-18BBC112337E}" srcOrd="0" destOrd="0" presId="urn:microsoft.com/office/officeart/2018/2/layout/IconVerticalSolidList"/>
    <dgm:cxn modelId="{F1C9A9DC-CC0A-46F6-BAF7-1CAD56B74AB9}" srcId="{F7EE50B5-96A1-455E-9E5B-B8B98A8D727B}" destId="{A6B08461-3333-4D35-BED0-E84E571C7CC0}" srcOrd="1" destOrd="0" parTransId="{30BC3A31-8AF4-4DC0-AEF4-62CA2E9ED521}" sibTransId="{61485913-16D7-4D8C-B710-5865B8970434}"/>
    <dgm:cxn modelId="{09F23FF4-E57E-4025-8AD4-EB97313FAB58}" type="presOf" srcId="{AE4B39D5-6B61-4470-A890-B3585257580D}" destId="{3EC841F5-E36D-46FC-914E-CF535A7A26F7}" srcOrd="0" destOrd="2" presId="urn:microsoft.com/office/officeart/2018/2/layout/IconVerticalSolidList"/>
    <dgm:cxn modelId="{786920FA-B813-440B-A3BB-153C7990DFAD}" srcId="{8A6DD80C-0C48-4884-9B01-B1CA8448D968}" destId="{F7EE50B5-96A1-455E-9E5B-B8B98A8D727B}" srcOrd="2" destOrd="0" parTransId="{D9C176ED-00A1-49C6-BE60-61DE27974470}" sibTransId="{964D5EF4-F869-480C-B844-8415C86841D9}"/>
    <dgm:cxn modelId="{E726CA74-5BBF-4A13-A43A-2C4E4F02BF52}" type="presParOf" srcId="{0F125B9C-3AA5-460B-9328-695A786BF7FB}" destId="{D66CCE17-6D15-4FB1-BB56-D7E174761F62}" srcOrd="0" destOrd="0" presId="urn:microsoft.com/office/officeart/2018/2/layout/IconVerticalSolidList"/>
    <dgm:cxn modelId="{FB911BFD-258D-43C4-8AB0-50E1CFD9EE2E}" type="presParOf" srcId="{D66CCE17-6D15-4FB1-BB56-D7E174761F62}" destId="{C3210802-E5DF-4118-A757-8B66707B2BF8}" srcOrd="0" destOrd="0" presId="urn:microsoft.com/office/officeart/2018/2/layout/IconVerticalSolidList"/>
    <dgm:cxn modelId="{49B1D90C-01E9-4563-A9AE-765078329972}" type="presParOf" srcId="{D66CCE17-6D15-4FB1-BB56-D7E174761F62}" destId="{36372F72-2482-4198-86E7-2878EB20D125}" srcOrd="1" destOrd="0" presId="urn:microsoft.com/office/officeart/2018/2/layout/IconVerticalSolidList"/>
    <dgm:cxn modelId="{89C92B89-DF69-40B5-B961-5CDA843D20F2}" type="presParOf" srcId="{D66CCE17-6D15-4FB1-BB56-D7E174761F62}" destId="{7B47798E-8260-40AA-8362-FD615450CD03}" srcOrd="2" destOrd="0" presId="urn:microsoft.com/office/officeart/2018/2/layout/IconVerticalSolidList"/>
    <dgm:cxn modelId="{9E61C90A-32AA-4BCD-800E-0DA69C7557C6}" type="presParOf" srcId="{D66CCE17-6D15-4FB1-BB56-D7E174761F62}" destId="{8B860F37-27E2-4A5C-BD15-18BBC112337E}" srcOrd="3" destOrd="0" presId="urn:microsoft.com/office/officeart/2018/2/layout/IconVerticalSolidList"/>
    <dgm:cxn modelId="{A5589D3E-FD79-4346-9DB6-7B9A3E73B1E8}" type="presParOf" srcId="{0F125B9C-3AA5-460B-9328-695A786BF7FB}" destId="{EADB1413-555A-4D07-BEF0-AF374F8261A5}" srcOrd="1" destOrd="0" presId="urn:microsoft.com/office/officeart/2018/2/layout/IconVerticalSolidList"/>
    <dgm:cxn modelId="{4B990FE3-54D2-4930-8160-029E454D8198}" type="presParOf" srcId="{0F125B9C-3AA5-460B-9328-695A786BF7FB}" destId="{65616AD8-147D-496D-A868-D332E4C3A188}" srcOrd="2" destOrd="0" presId="urn:microsoft.com/office/officeart/2018/2/layout/IconVerticalSolidList"/>
    <dgm:cxn modelId="{FAF2C459-25A0-4BBE-A0AE-DDEE6C9C8DB6}" type="presParOf" srcId="{65616AD8-147D-496D-A868-D332E4C3A188}" destId="{CF069372-642F-4B3E-81D0-9B8982760C68}" srcOrd="0" destOrd="0" presId="urn:microsoft.com/office/officeart/2018/2/layout/IconVerticalSolidList"/>
    <dgm:cxn modelId="{A0E7D5C1-5FD2-44BB-9B02-8C2029552591}" type="presParOf" srcId="{65616AD8-147D-496D-A868-D332E4C3A188}" destId="{B4C51206-029E-4292-A27D-A1F0993DDEAC}" srcOrd="1" destOrd="0" presId="urn:microsoft.com/office/officeart/2018/2/layout/IconVerticalSolidList"/>
    <dgm:cxn modelId="{6815002D-DBF9-4785-ADC1-6D9EFCB59A78}" type="presParOf" srcId="{65616AD8-147D-496D-A868-D332E4C3A188}" destId="{64133C38-1645-48F1-8127-5A9521683CE6}" srcOrd="2" destOrd="0" presId="urn:microsoft.com/office/officeart/2018/2/layout/IconVerticalSolidList"/>
    <dgm:cxn modelId="{0FB884D1-5218-4F4A-8986-F86DC5280A67}" type="presParOf" srcId="{65616AD8-147D-496D-A868-D332E4C3A188}" destId="{446E598E-91B8-42ED-8C2A-F9EED2220966}" srcOrd="3" destOrd="0" presId="urn:microsoft.com/office/officeart/2018/2/layout/IconVerticalSolidList"/>
    <dgm:cxn modelId="{CEBFC2F3-9201-4427-B2AF-5D91C0FD538F}" type="presParOf" srcId="{0F125B9C-3AA5-460B-9328-695A786BF7FB}" destId="{0151EB23-ABE3-4009-B843-B4A56049E335}" srcOrd="3" destOrd="0" presId="urn:microsoft.com/office/officeart/2018/2/layout/IconVerticalSolidList"/>
    <dgm:cxn modelId="{B949E653-4440-44C8-A238-8052D6FB20E5}" type="presParOf" srcId="{0F125B9C-3AA5-460B-9328-695A786BF7FB}" destId="{71A7A087-E6AA-4A73-8500-F236417F87AB}" srcOrd="4" destOrd="0" presId="urn:microsoft.com/office/officeart/2018/2/layout/IconVerticalSolidList"/>
    <dgm:cxn modelId="{B82968CE-6D31-4F89-B7DB-555755327157}" type="presParOf" srcId="{71A7A087-E6AA-4A73-8500-F236417F87AB}" destId="{E643262C-06B5-4D12-B0A1-918B33967517}" srcOrd="0" destOrd="0" presId="urn:microsoft.com/office/officeart/2018/2/layout/IconVerticalSolidList"/>
    <dgm:cxn modelId="{FD4829EA-AF23-4B2A-BC07-E65564ACE851}" type="presParOf" srcId="{71A7A087-E6AA-4A73-8500-F236417F87AB}" destId="{E35D35E1-D3AB-449D-9B19-7342DEA12BA7}" srcOrd="1" destOrd="0" presId="urn:microsoft.com/office/officeart/2018/2/layout/IconVerticalSolidList"/>
    <dgm:cxn modelId="{9E14B6B7-5373-44E2-B156-B9BA264215DC}" type="presParOf" srcId="{71A7A087-E6AA-4A73-8500-F236417F87AB}" destId="{0DC544E9-469D-41D9-90B0-F2D84FFD9E1B}" srcOrd="2" destOrd="0" presId="urn:microsoft.com/office/officeart/2018/2/layout/IconVerticalSolidList"/>
    <dgm:cxn modelId="{A8548047-300F-4211-B88B-1E603ECF0AC6}" type="presParOf" srcId="{71A7A087-E6AA-4A73-8500-F236417F87AB}" destId="{6823352F-D51F-41A6-BBC9-51CF1529AC47}" srcOrd="3" destOrd="0" presId="urn:microsoft.com/office/officeart/2018/2/layout/IconVerticalSolidList"/>
    <dgm:cxn modelId="{21DB0013-107E-491B-9B11-33EA8D399BFC}" type="presParOf" srcId="{71A7A087-E6AA-4A73-8500-F236417F87AB}" destId="{3EC841F5-E36D-46FC-914E-CF535A7A26F7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21882C4-075E-432A-8E4C-72BBD2ADEB83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DFFBFCA-25CD-4D41-86EF-001A9C1248F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Stakeholders</a:t>
          </a:r>
        </a:p>
      </dgm:t>
    </dgm:pt>
    <dgm:pt modelId="{F08DDE20-5333-4872-8500-C2BC1AFC3CB3}" type="parTrans" cxnId="{A2606CDA-8507-4B7F-B131-83A89BCAE4E0}">
      <dgm:prSet/>
      <dgm:spPr/>
      <dgm:t>
        <a:bodyPr/>
        <a:lstStyle/>
        <a:p>
          <a:endParaRPr lang="en-US"/>
        </a:p>
      </dgm:t>
    </dgm:pt>
    <dgm:pt modelId="{15C2857C-085E-4F16-8764-31F74619886B}" type="sibTrans" cxnId="{A2606CDA-8507-4B7F-B131-83A89BCAE4E0}">
      <dgm:prSet/>
      <dgm:spPr/>
      <dgm:t>
        <a:bodyPr/>
        <a:lstStyle/>
        <a:p>
          <a:endParaRPr lang="en-US"/>
        </a:p>
      </dgm:t>
    </dgm:pt>
    <dgm:pt modelId="{B9CCB111-8B7E-4FD8-975E-84BC9985A15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Individual banking customers</a:t>
          </a:r>
        </a:p>
      </dgm:t>
    </dgm:pt>
    <dgm:pt modelId="{F9BF88FF-C352-4C4B-B46C-2CA2EE5C9934}" type="parTrans" cxnId="{4EB94463-BA6C-48F0-90EF-2BAADB9E223C}">
      <dgm:prSet/>
      <dgm:spPr/>
      <dgm:t>
        <a:bodyPr/>
        <a:lstStyle/>
        <a:p>
          <a:endParaRPr lang="en-US"/>
        </a:p>
      </dgm:t>
    </dgm:pt>
    <dgm:pt modelId="{A328195F-BC10-4CF2-A151-C1B41955EB73}" type="sibTrans" cxnId="{4EB94463-BA6C-48F0-90EF-2BAADB9E223C}">
      <dgm:prSet/>
      <dgm:spPr/>
      <dgm:t>
        <a:bodyPr/>
        <a:lstStyle/>
        <a:p>
          <a:endParaRPr lang="en-US"/>
        </a:p>
      </dgm:t>
    </dgm:pt>
    <dgm:pt modelId="{D0F723F5-EFE5-4E6B-8696-0E6AE46375C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Fintech platforms and financial apps</a:t>
          </a:r>
        </a:p>
      </dgm:t>
    </dgm:pt>
    <dgm:pt modelId="{0889B610-11B4-4D06-AED1-524206C8D100}" type="parTrans" cxnId="{1434A8A3-F869-43A1-9634-B4B3377C6CB8}">
      <dgm:prSet/>
      <dgm:spPr/>
      <dgm:t>
        <a:bodyPr/>
        <a:lstStyle/>
        <a:p>
          <a:endParaRPr lang="en-US"/>
        </a:p>
      </dgm:t>
    </dgm:pt>
    <dgm:pt modelId="{74DEFE68-FDC6-4D3E-9764-EC6C11BA6B47}" type="sibTrans" cxnId="{1434A8A3-F869-43A1-9634-B4B3377C6CB8}">
      <dgm:prSet/>
      <dgm:spPr/>
      <dgm:t>
        <a:bodyPr/>
        <a:lstStyle/>
        <a:p>
          <a:endParaRPr lang="en-US"/>
        </a:p>
      </dgm:t>
    </dgm:pt>
    <dgm:pt modelId="{AD4AB315-3D80-44DB-8D08-602D016344D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Financial advisors</a:t>
          </a:r>
        </a:p>
      </dgm:t>
    </dgm:pt>
    <dgm:pt modelId="{7BEA9E86-E3BD-4915-9C5B-8C74F24A11D1}" type="parTrans" cxnId="{4FFD27B5-5C1E-475D-A815-BE0D2B556933}">
      <dgm:prSet/>
      <dgm:spPr/>
      <dgm:t>
        <a:bodyPr/>
        <a:lstStyle/>
        <a:p>
          <a:endParaRPr lang="en-US"/>
        </a:p>
      </dgm:t>
    </dgm:pt>
    <dgm:pt modelId="{64392E80-934E-4443-9494-38BA2DB3ECBB}" type="sibTrans" cxnId="{4FFD27B5-5C1E-475D-A815-BE0D2B556933}">
      <dgm:prSet/>
      <dgm:spPr/>
      <dgm:t>
        <a:bodyPr/>
        <a:lstStyle/>
        <a:p>
          <a:endParaRPr lang="en-US"/>
        </a:p>
      </dgm:t>
    </dgm:pt>
    <dgm:pt modelId="{B3B6A0CC-4958-4C0B-938D-C2710514F6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Success metrics</a:t>
          </a:r>
        </a:p>
      </dgm:t>
    </dgm:pt>
    <dgm:pt modelId="{3F576B65-9910-4BCF-82AC-845B44D5B849}" type="parTrans" cxnId="{4D2E8BD7-8090-4267-96AA-1777935A3DF7}">
      <dgm:prSet/>
      <dgm:spPr/>
      <dgm:t>
        <a:bodyPr/>
        <a:lstStyle/>
        <a:p>
          <a:endParaRPr lang="en-US"/>
        </a:p>
      </dgm:t>
    </dgm:pt>
    <dgm:pt modelId="{B1C5645F-5F57-4863-8678-596C53E21C39}" type="sibTrans" cxnId="{4D2E8BD7-8090-4267-96AA-1777935A3DF7}">
      <dgm:prSet/>
      <dgm:spPr/>
      <dgm:t>
        <a:bodyPr/>
        <a:lstStyle/>
        <a:p>
          <a:endParaRPr lang="en-US"/>
        </a:p>
      </dgm:t>
    </dgm:pt>
    <dgm:pt modelId="{357C7E45-F32E-4155-ABF7-9BCFCA301C3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Strong predictive accuracy (R</a:t>
          </a:r>
          <a:r>
            <a:rPr lang="en-US" baseline="30000"/>
            <a:t>2</a:t>
          </a:r>
          <a:r>
            <a:rPr lang="en-US"/>
            <a:t> score)</a:t>
          </a:r>
        </a:p>
      </dgm:t>
    </dgm:pt>
    <dgm:pt modelId="{66E7F116-18EE-436C-B30B-7020DBC751AF}" type="parTrans" cxnId="{2AA4D2A9-3012-4C80-8AB6-CEA4F214A665}">
      <dgm:prSet/>
      <dgm:spPr/>
      <dgm:t>
        <a:bodyPr/>
        <a:lstStyle/>
        <a:p>
          <a:endParaRPr lang="en-US"/>
        </a:p>
      </dgm:t>
    </dgm:pt>
    <dgm:pt modelId="{35F0CED2-6EFF-4CBB-B4DC-3274F47A03A0}" type="sibTrans" cxnId="{2AA4D2A9-3012-4C80-8AB6-CEA4F214A665}">
      <dgm:prSet/>
      <dgm:spPr/>
      <dgm:t>
        <a:bodyPr/>
        <a:lstStyle/>
        <a:p>
          <a:endParaRPr lang="en-US"/>
        </a:p>
      </dgm:t>
    </dgm:pt>
    <dgm:pt modelId="{5E146089-5219-4B79-9ED2-38DE8F0931B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Reasonable prediction error</a:t>
          </a:r>
        </a:p>
      </dgm:t>
    </dgm:pt>
    <dgm:pt modelId="{E07F31F7-056A-448B-B88E-1C6E9F08CA25}" type="parTrans" cxnId="{7949B9A1-3690-4750-91D1-43030C2CFC1C}">
      <dgm:prSet/>
      <dgm:spPr/>
      <dgm:t>
        <a:bodyPr/>
        <a:lstStyle/>
        <a:p>
          <a:endParaRPr lang="en-US"/>
        </a:p>
      </dgm:t>
    </dgm:pt>
    <dgm:pt modelId="{4317DEF6-56E7-4ECE-9B57-DB3FBAB0774D}" type="sibTrans" cxnId="{7949B9A1-3690-4750-91D1-43030C2CFC1C}">
      <dgm:prSet/>
      <dgm:spPr/>
      <dgm:t>
        <a:bodyPr/>
        <a:lstStyle/>
        <a:p>
          <a:endParaRPr lang="en-US"/>
        </a:p>
      </dgm:t>
    </dgm:pt>
    <dgm:pt modelId="{22980F48-44C5-457D-B83E-A8EB9566ADC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Model interpretability</a:t>
          </a:r>
        </a:p>
      </dgm:t>
    </dgm:pt>
    <dgm:pt modelId="{C66B197A-8A00-4141-9DEC-9167A9165D3E}" type="parTrans" cxnId="{AC560B7F-A18F-4FB5-AA8C-315EFE629A74}">
      <dgm:prSet/>
      <dgm:spPr/>
      <dgm:t>
        <a:bodyPr/>
        <a:lstStyle/>
        <a:p>
          <a:endParaRPr lang="en-US"/>
        </a:p>
      </dgm:t>
    </dgm:pt>
    <dgm:pt modelId="{957B1A59-01CF-4EBD-8C5B-EFE986AF1A4B}" type="sibTrans" cxnId="{AC560B7F-A18F-4FB5-AA8C-315EFE629A74}">
      <dgm:prSet/>
      <dgm:spPr/>
      <dgm:t>
        <a:bodyPr/>
        <a:lstStyle/>
        <a:p>
          <a:endParaRPr lang="en-US"/>
        </a:p>
      </dgm:t>
    </dgm:pt>
    <dgm:pt modelId="{444DEFFB-F778-41B5-BF86-CE91EB7A3B4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Constraints</a:t>
          </a:r>
        </a:p>
      </dgm:t>
    </dgm:pt>
    <dgm:pt modelId="{9A2BD6B0-116D-4CA2-B677-D7E1205289CC}" type="parTrans" cxnId="{52823C30-BBAA-49C3-B572-AEC9AF7A3616}">
      <dgm:prSet/>
      <dgm:spPr/>
      <dgm:t>
        <a:bodyPr/>
        <a:lstStyle/>
        <a:p>
          <a:endParaRPr lang="en-US"/>
        </a:p>
      </dgm:t>
    </dgm:pt>
    <dgm:pt modelId="{8225408C-5FB2-49E1-9689-FC0ED2050D01}" type="sibTrans" cxnId="{52823C30-BBAA-49C3-B572-AEC9AF7A3616}">
      <dgm:prSet/>
      <dgm:spPr/>
      <dgm:t>
        <a:bodyPr/>
        <a:lstStyle/>
        <a:p>
          <a:endParaRPr lang="en-US"/>
        </a:p>
      </dgm:t>
    </dgm:pt>
    <dgm:pt modelId="{A3AC1220-39A6-47DC-9FFB-5543FA17896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Limited dataset features</a:t>
          </a:r>
        </a:p>
      </dgm:t>
    </dgm:pt>
    <dgm:pt modelId="{4F481F2C-9969-4377-B986-B50955F3D357}" type="parTrans" cxnId="{742C953C-FFB9-4DA6-883F-F1BC7E62CB5D}">
      <dgm:prSet/>
      <dgm:spPr/>
      <dgm:t>
        <a:bodyPr/>
        <a:lstStyle/>
        <a:p>
          <a:endParaRPr lang="en-US"/>
        </a:p>
      </dgm:t>
    </dgm:pt>
    <dgm:pt modelId="{77CE110B-557E-4416-A40A-2C80B9A17C0E}" type="sibTrans" cxnId="{742C953C-FFB9-4DA6-883F-F1BC7E62CB5D}">
      <dgm:prSet/>
      <dgm:spPr/>
      <dgm:t>
        <a:bodyPr/>
        <a:lstStyle/>
        <a:p>
          <a:endParaRPr lang="en-US"/>
        </a:p>
      </dgm:t>
    </dgm:pt>
    <dgm:pt modelId="{2F5FBCCA-2099-42A1-9F32-499110AC2A9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No external economic variables</a:t>
          </a:r>
        </a:p>
      </dgm:t>
    </dgm:pt>
    <dgm:pt modelId="{4424A047-2344-4896-9F9E-E0D727178086}" type="parTrans" cxnId="{AB3D1023-A159-4280-A7DB-6A277A735E0C}">
      <dgm:prSet/>
      <dgm:spPr/>
      <dgm:t>
        <a:bodyPr/>
        <a:lstStyle/>
        <a:p>
          <a:endParaRPr lang="en-US"/>
        </a:p>
      </dgm:t>
    </dgm:pt>
    <dgm:pt modelId="{B5BA2F51-6DF7-42C0-AF04-D1F142DADDF3}" type="sibTrans" cxnId="{AB3D1023-A159-4280-A7DB-6A277A735E0C}">
      <dgm:prSet/>
      <dgm:spPr/>
      <dgm:t>
        <a:bodyPr/>
        <a:lstStyle/>
        <a:p>
          <a:endParaRPr lang="en-US"/>
        </a:p>
      </dgm:t>
    </dgm:pt>
    <dgm:pt modelId="{BF496284-C16B-4974-A7E8-F24F9A62498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Time constraints for model optimization</a:t>
          </a:r>
        </a:p>
      </dgm:t>
    </dgm:pt>
    <dgm:pt modelId="{E936C58A-A156-4976-BFF5-B0BAE6805422}" type="parTrans" cxnId="{3C6AE02D-DFD9-479A-9D9C-5D027E5FE3BE}">
      <dgm:prSet/>
      <dgm:spPr/>
      <dgm:t>
        <a:bodyPr/>
        <a:lstStyle/>
        <a:p>
          <a:endParaRPr lang="en-US"/>
        </a:p>
      </dgm:t>
    </dgm:pt>
    <dgm:pt modelId="{099BA754-56A9-49AF-8C15-3CABFF0E8AFC}" type="sibTrans" cxnId="{3C6AE02D-DFD9-479A-9D9C-5D027E5FE3BE}">
      <dgm:prSet/>
      <dgm:spPr/>
      <dgm:t>
        <a:bodyPr/>
        <a:lstStyle/>
        <a:p>
          <a:endParaRPr lang="en-US"/>
        </a:p>
      </dgm:t>
    </dgm:pt>
    <dgm:pt modelId="{7B8405EB-FACF-4875-8D6C-4B0B8B1548D7}" type="pres">
      <dgm:prSet presAssocID="{321882C4-075E-432A-8E4C-72BBD2ADEB83}" presName="Name0" presStyleCnt="0">
        <dgm:presLayoutVars>
          <dgm:dir/>
          <dgm:animLvl val="lvl"/>
          <dgm:resizeHandles val="exact"/>
        </dgm:presLayoutVars>
      </dgm:prSet>
      <dgm:spPr/>
    </dgm:pt>
    <dgm:pt modelId="{01C10215-1D8B-43CA-B578-D16E033CBDC6}" type="pres">
      <dgm:prSet presAssocID="{4DFFBFCA-25CD-4D41-86EF-001A9C1248F3}" presName="composite" presStyleCnt="0"/>
      <dgm:spPr/>
    </dgm:pt>
    <dgm:pt modelId="{087497A5-6300-47EE-A8BD-6D2DCFD8C221}" type="pres">
      <dgm:prSet presAssocID="{4DFFBFCA-25CD-4D41-86EF-001A9C1248F3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D9D2E87C-F494-4601-A765-338AA27E2BFE}" type="pres">
      <dgm:prSet presAssocID="{4DFFBFCA-25CD-4D41-86EF-001A9C1248F3}" presName="desTx" presStyleLbl="alignAccFollowNode1" presStyleIdx="0" presStyleCnt="3">
        <dgm:presLayoutVars>
          <dgm:bulletEnabled val="1"/>
        </dgm:presLayoutVars>
      </dgm:prSet>
      <dgm:spPr/>
    </dgm:pt>
    <dgm:pt modelId="{5D6B6BF3-5B4E-4874-9050-CB0CFB6329A6}" type="pres">
      <dgm:prSet presAssocID="{15C2857C-085E-4F16-8764-31F74619886B}" presName="space" presStyleCnt="0"/>
      <dgm:spPr/>
    </dgm:pt>
    <dgm:pt modelId="{9246937F-C824-4C82-8E26-C7D215CF48EC}" type="pres">
      <dgm:prSet presAssocID="{B3B6A0CC-4958-4C0B-938D-C2710514F64F}" presName="composite" presStyleCnt="0"/>
      <dgm:spPr/>
    </dgm:pt>
    <dgm:pt modelId="{A5058600-ABB4-4FC0-8F09-A4820B53C201}" type="pres">
      <dgm:prSet presAssocID="{B3B6A0CC-4958-4C0B-938D-C2710514F64F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BBB2F8E6-A5A4-4759-AAED-7EC8751BBBA6}" type="pres">
      <dgm:prSet presAssocID="{B3B6A0CC-4958-4C0B-938D-C2710514F64F}" presName="desTx" presStyleLbl="alignAccFollowNode1" presStyleIdx="1" presStyleCnt="3">
        <dgm:presLayoutVars>
          <dgm:bulletEnabled val="1"/>
        </dgm:presLayoutVars>
      </dgm:prSet>
      <dgm:spPr/>
    </dgm:pt>
    <dgm:pt modelId="{B86370E8-AAB1-4FCF-B4D3-3639F0FFDF70}" type="pres">
      <dgm:prSet presAssocID="{B1C5645F-5F57-4863-8678-596C53E21C39}" presName="space" presStyleCnt="0"/>
      <dgm:spPr/>
    </dgm:pt>
    <dgm:pt modelId="{08E7E9AC-9C29-476B-A7FA-0C5DCAC964A6}" type="pres">
      <dgm:prSet presAssocID="{444DEFFB-F778-41B5-BF86-CE91EB7A3B40}" presName="composite" presStyleCnt="0"/>
      <dgm:spPr/>
    </dgm:pt>
    <dgm:pt modelId="{21BA8B3B-FBE0-4E68-9FC7-2007C8B3BCC6}" type="pres">
      <dgm:prSet presAssocID="{444DEFFB-F778-41B5-BF86-CE91EB7A3B40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07A85A4C-1D79-4B27-B8E5-FD04F2A08EC9}" type="pres">
      <dgm:prSet presAssocID="{444DEFFB-F778-41B5-BF86-CE91EB7A3B40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AB3D1023-A159-4280-A7DB-6A277A735E0C}" srcId="{444DEFFB-F778-41B5-BF86-CE91EB7A3B40}" destId="{2F5FBCCA-2099-42A1-9F32-499110AC2A93}" srcOrd="1" destOrd="0" parTransId="{4424A047-2344-4896-9F9E-E0D727178086}" sibTransId="{B5BA2F51-6DF7-42C0-AF04-D1F142DADDF3}"/>
    <dgm:cxn modelId="{9C516E25-1CB3-4484-B980-C9389C1FB5E0}" type="presOf" srcId="{B3B6A0CC-4958-4C0B-938D-C2710514F64F}" destId="{A5058600-ABB4-4FC0-8F09-A4820B53C201}" srcOrd="0" destOrd="0" presId="urn:microsoft.com/office/officeart/2005/8/layout/hList1"/>
    <dgm:cxn modelId="{3C6AE02D-DFD9-479A-9D9C-5D027E5FE3BE}" srcId="{444DEFFB-F778-41B5-BF86-CE91EB7A3B40}" destId="{BF496284-C16B-4974-A7E8-F24F9A624983}" srcOrd="2" destOrd="0" parTransId="{E936C58A-A156-4976-BFF5-B0BAE6805422}" sibTransId="{099BA754-56A9-49AF-8C15-3CABFF0E8AFC}"/>
    <dgm:cxn modelId="{52823C30-BBAA-49C3-B572-AEC9AF7A3616}" srcId="{321882C4-075E-432A-8E4C-72BBD2ADEB83}" destId="{444DEFFB-F778-41B5-BF86-CE91EB7A3B40}" srcOrd="2" destOrd="0" parTransId="{9A2BD6B0-116D-4CA2-B677-D7E1205289CC}" sibTransId="{8225408C-5FB2-49E1-9689-FC0ED2050D01}"/>
    <dgm:cxn modelId="{349EF635-57E0-4F6F-80D0-ADBEB66BA06E}" type="presOf" srcId="{4DFFBFCA-25CD-4D41-86EF-001A9C1248F3}" destId="{087497A5-6300-47EE-A8BD-6D2DCFD8C221}" srcOrd="0" destOrd="0" presId="urn:microsoft.com/office/officeart/2005/8/layout/hList1"/>
    <dgm:cxn modelId="{742C953C-FFB9-4DA6-883F-F1BC7E62CB5D}" srcId="{444DEFFB-F778-41B5-BF86-CE91EB7A3B40}" destId="{A3AC1220-39A6-47DC-9FFB-5543FA178965}" srcOrd="0" destOrd="0" parTransId="{4F481F2C-9969-4377-B986-B50955F3D357}" sibTransId="{77CE110B-557E-4416-A40A-2C80B9A17C0E}"/>
    <dgm:cxn modelId="{81732B3D-6F0D-4B3F-B305-E1AC1665FA1E}" type="presOf" srcId="{2F5FBCCA-2099-42A1-9F32-499110AC2A93}" destId="{07A85A4C-1D79-4B27-B8E5-FD04F2A08EC9}" srcOrd="0" destOrd="1" presId="urn:microsoft.com/office/officeart/2005/8/layout/hList1"/>
    <dgm:cxn modelId="{E475DB5E-0681-4DA1-B76E-E2DA027F3C16}" type="presOf" srcId="{444DEFFB-F778-41B5-BF86-CE91EB7A3B40}" destId="{21BA8B3B-FBE0-4E68-9FC7-2007C8B3BCC6}" srcOrd="0" destOrd="0" presId="urn:microsoft.com/office/officeart/2005/8/layout/hList1"/>
    <dgm:cxn modelId="{4EB94463-BA6C-48F0-90EF-2BAADB9E223C}" srcId="{4DFFBFCA-25CD-4D41-86EF-001A9C1248F3}" destId="{B9CCB111-8B7E-4FD8-975E-84BC9985A154}" srcOrd="0" destOrd="0" parTransId="{F9BF88FF-C352-4C4B-B46C-2CA2EE5C9934}" sibTransId="{A328195F-BC10-4CF2-A151-C1B41955EB73}"/>
    <dgm:cxn modelId="{57E97264-379F-456A-8975-9571708F8EC5}" type="presOf" srcId="{357C7E45-F32E-4155-ABF7-9BCFCA301C31}" destId="{BBB2F8E6-A5A4-4759-AAED-7EC8751BBBA6}" srcOrd="0" destOrd="0" presId="urn:microsoft.com/office/officeart/2005/8/layout/hList1"/>
    <dgm:cxn modelId="{C9DC0F45-9925-40F7-B7ED-DE410A532DD4}" type="presOf" srcId="{B9CCB111-8B7E-4FD8-975E-84BC9985A154}" destId="{D9D2E87C-F494-4601-A765-338AA27E2BFE}" srcOrd="0" destOrd="0" presId="urn:microsoft.com/office/officeart/2005/8/layout/hList1"/>
    <dgm:cxn modelId="{180B387C-3B1F-4BDB-828B-D31C8D4E3D5F}" type="presOf" srcId="{D0F723F5-EFE5-4E6B-8696-0E6AE46375CE}" destId="{D9D2E87C-F494-4601-A765-338AA27E2BFE}" srcOrd="0" destOrd="1" presId="urn:microsoft.com/office/officeart/2005/8/layout/hList1"/>
    <dgm:cxn modelId="{AAAC497C-6B80-4C7B-8864-E0F06593F7E5}" type="presOf" srcId="{A3AC1220-39A6-47DC-9FFB-5543FA178965}" destId="{07A85A4C-1D79-4B27-B8E5-FD04F2A08EC9}" srcOrd="0" destOrd="0" presId="urn:microsoft.com/office/officeart/2005/8/layout/hList1"/>
    <dgm:cxn modelId="{AC560B7F-A18F-4FB5-AA8C-315EFE629A74}" srcId="{B3B6A0CC-4958-4C0B-938D-C2710514F64F}" destId="{22980F48-44C5-457D-B83E-A8EB9566ADCC}" srcOrd="2" destOrd="0" parTransId="{C66B197A-8A00-4141-9DEC-9167A9165D3E}" sibTransId="{957B1A59-01CF-4EBD-8C5B-EFE986AF1A4B}"/>
    <dgm:cxn modelId="{7949B9A1-3690-4750-91D1-43030C2CFC1C}" srcId="{B3B6A0CC-4958-4C0B-938D-C2710514F64F}" destId="{5E146089-5219-4B79-9ED2-38DE8F0931BD}" srcOrd="1" destOrd="0" parTransId="{E07F31F7-056A-448B-B88E-1C6E9F08CA25}" sibTransId="{4317DEF6-56E7-4ECE-9B57-DB3FBAB0774D}"/>
    <dgm:cxn modelId="{1434A8A3-F869-43A1-9634-B4B3377C6CB8}" srcId="{4DFFBFCA-25CD-4D41-86EF-001A9C1248F3}" destId="{D0F723F5-EFE5-4E6B-8696-0E6AE46375CE}" srcOrd="1" destOrd="0" parTransId="{0889B610-11B4-4D06-AED1-524206C8D100}" sibTransId="{74DEFE68-FDC6-4D3E-9764-EC6C11BA6B47}"/>
    <dgm:cxn modelId="{2AA4D2A9-3012-4C80-8AB6-CEA4F214A665}" srcId="{B3B6A0CC-4958-4C0B-938D-C2710514F64F}" destId="{357C7E45-F32E-4155-ABF7-9BCFCA301C31}" srcOrd="0" destOrd="0" parTransId="{66E7F116-18EE-436C-B30B-7020DBC751AF}" sibTransId="{35F0CED2-6EFF-4CBB-B4DC-3274F47A03A0}"/>
    <dgm:cxn modelId="{5529E4B3-DA8D-4A39-83E9-33BC3B990010}" type="presOf" srcId="{321882C4-075E-432A-8E4C-72BBD2ADEB83}" destId="{7B8405EB-FACF-4875-8D6C-4B0B8B1548D7}" srcOrd="0" destOrd="0" presId="urn:microsoft.com/office/officeart/2005/8/layout/hList1"/>
    <dgm:cxn modelId="{8D660AB4-52F4-4646-937C-C41A6E2527FA}" type="presOf" srcId="{BF496284-C16B-4974-A7E8-F24F9A624983}" destId="{07A85A4C-1D79-4B27-B8E5-FD04F2A08EC9}" srcOrd="0" destOrd="2" presId="urn:microsoft.com/office/officeart/2005/8/layout/hList1"/>
    <dgm:cxn modelId="{4FFD27B5-5C1E-475D-A815-BE0D2B556933}" srcId="{4DFFBFCA-25CD-4D41-86EF-001A9C1248F3}" destId="{AD4AB315-3D80-44DB-8D08-602D016344DD}" srcOrd="2" destOrd="0" parTransId="{7BEA9E86-E3BD-4915-9C5B-8C74F24A11D1}" sibTransId="{64392E80-934E-4443-9494-38BA2DB3ECBB}"/>
    <dgm:cxn modelId="{2B4B8FC1-7908-48AA-BF8F-89587C566026}" type="presOf" srcId="{22980F48-44C5-457D-B83E-A8EB9566ADCC}" destId="{BBB2F8E6-A5A4-4759-AAED-7EC8751BBBA6}" srcOrd="0" destOrd="2" presId="urn:microsoft.com/office/officeart/2005/8/layout/hList1"/>
    <dgm:cxn modelId="{4D2E8BD7-8090-4267-96AA-1777935A3DF7}" srcId="{321882C4-075E-432A-8E4C-72BBD2ADEB83}" destId="{B3B6A0CC-4958-4C0B-938D-C2710514F64F}" srcOrd="1" destOrd="0" parTransId="{3F576B65-9910-4BCF-82AC-845B44D5B849}" sibTransId="{B1C5645F-5F57-4863-8678-596C53E21C39}"/>
    <dgm:cxn modelId="{A2606CDA-8507-4B7F-B131-83A89BCAE4E0}" srcId="{321882C4-075E-432A-8E4C-72BBD2ADEB83}" destId="{4DFFBFCA-25CD-4D41-86EF-001A9C1248F3}" srcOrd="0" destOrd="0" parTransId="{F08DDE20-5333-4872-8500-C2BC1AFC3CB3}" sibTransId="{15C2857C-085E-4F16-8764-31F74619886B}"/>
    <dgm:cxn modelId="{6430ACF1-C3FA-4FA1-91C4-A2DAB4FD24AE}" type="presOf" srcId="{5E146089-5219-4B79-9ED2-38DE8F0931BD}" destId="{BBB2F8E6-A5A4-4759-AAED-7EC8751BBBA6}" srcOrd="0" destOrd="1" presId="urn:microsoft.com/office/officeart/2005/8/layout/hList1"/>
    <dgm:cxn modelId="{11DA6BF4-576E-443D-9B53-867882B106E6}" type="presOf" srcId="{AD4AB315-3D80-44DB-8D08-602D016344DD}" destId="{D9D2E87C-F494-4601-A765-338AA27E2BFE}" srcOrd="0" destOrd="2" presId="urn:microsoft.com/office/officeart/2005/8/layout/hList1"/>
    <dgm:cxn modelId="{15686A5D-F825-4064-A230-566105BEAA44}" type="presParOf" srcId="{7B8405EB-FACF-4875-8D6C-4B0B8B1548D7}" destId="{01C10215-1D8B-43CA-B578-D16E033CBDC6}" srcOrd="0" destOrd="0" presId="urn:microsoft.com/office/officeart/2005/8/layout/hList1"/>
    <dgm:cxn modelId="{134E54ED-F19B-4FF3-8A20-2A42D9FCC447}" type="presParOf" srcId="{01C10215-1D8B-43CA-B578-D16E033CBDC6}" destId="{087497A5-6300-47EE-A8BD-6D2DCFD8C221}" srcOrd="0" destOrd="0" presId="urn:microsoft.com/office/officeart/2005/8/layout/hList1"/>
    <dgm:cxn modelId="{DCADF655-06CF-40D6-834A-410DA3DC076E}" type="presParOf" srcId="{01C10215-1D8B-43CA-B578-D16E033CBDC6}" destId="{D9D2E87C-F494-4601-A765-338AA27E2BFE}" srcOrd="1" destOrd="0" presId="urn:microsoft.com/office/officeart/2005/8/layout/hList1"/>
    <dgm:cxn modelId="{DEC596C6-0BD2-413A-8143-D2DA69E2BCFC}" type="presParOf" srcId="{7B8405EB-FACF-4875-8D6C-4B0B8B1548D7}" destId="{5D6B6BF3-5B4E-4874-9050-CB0CFB6329A6}" srcOrd="1" destOrd="0" presId="urn:microsoft.com/office/officeart/2005/8/layout/hList1"/>
    <dgm:cxn modelId="{8E0B9BBD-B7BF-4228-905A-440155A11758}" type="presParOf" srcId="{7B8405EB-FACF-4875-8D6C-4B0B8B1548D7}" destId="{9246937F-C824-4C82-8E26-C7D215CF48EC}" srcOrd="2" destOrd="0" presId="urn:microsoft.com/office/officeart/2005/8/layout/hList1"/>
    <dgm:cxn modelId="{2EA8E86E-2F65-4CE4-BF58-7427BE40EE54}" type="presParOf" srcId="{9246937F-C824-4C82-8E26-C7D215CF48EC}" destId="{A5058600-ABB4-4FC0-8F09-A4820B53C201}" srcOrd="0" destOrd="0" presId="urn:microsoft.com/office/officeart/2005/8/layout/hList1"/>
    <dgm:cxn modelId="{3C4F8871-BF9D-45FE-9842-4AC7684526D0}" type="presParOf" srcId="{9246937F-C824-4C82-8E26-C7D215CF48EC}" destId="{BBB2F8E6-A5A4-4759-AAED-7EC8751BBBA6}" srcOrd="1" destOrd="0" presId="urn:microsoft.com/office/officeart/2005/8/layout/hList1"/>
    <dgm:cxn modelId="{8B9A9622-4F6E-4993-9D08-D0DCF6C0A452}" type="presParOf" srcId="{7B8405EB-FACF-4875-8D6C-4B0B8B1548D7}" destId="{B86370E8-AAB1-4FCF-B4D3-3639F0FFDF70}" srcOrd="3" destOrd="0" presId="urn:microsoft.com/office/officeart/2005/8/layout/hList1"/>
    <dgm:cxn modelId="{EB9DD8A5-2A2E-4EA4-B5FF-183BDB2EAC14}" type="presParOf" srcId="{7B8405EB-FACF-4875-8D6C-4B0B8B1548D7}" destId="{08E7E9AC-9C29-476B-A7FA-0C5DCAC964A6}" srcOrd="4" destOrd="0" presId="urn:microsoft.com/office/officeart/2005/8/layout/hList1"/>
    <dgm:cxn modelId="{3A819D3F-01F0-466F-A691-6C0F6AE44026}" type="presParOf" srcId="{08E7E9AC-9C29-476B-A7FA-0C5DCAC964A6}" destId="{21BA8B3B-FBE0-4E68-9FC7-2007C8B3BCC6}" srcOrd="0" destOrd="0" presId="urn:microsoft.com/office/officeart/2005/8/layout/hList1"/>
    <dgm:cxn modelId="{E38A47E5-771F-4FBE-9765-8A15B86D5AAF}" type="presParOf" srcId="{08E7E9AC-9C29-476B-A7FA-0C5DCAC964A6}" destId="{07A85A4C-1D79-4B27-B8E5-FD04F2A08EC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29F1F0C-39F5-4B71-90DC-F0FA9A094B4E}" type="doc">
      <dgm:prSet loTypeId="urn:microsoft.com/office/officeart/2005/8/layout/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569CADB-7309-4945-A430-5805FDF70F3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project was framed as a supervised regression problem</a:t>
          </a:r>
        </a:p>
      </dgm:t>
    </dgm:pt>
    <dgm:pt modelId="{E4BB5CE8-F7F1-4E53-BE98-B7A242A1D564}" type="parTrans" cxnId="{23A05CF8-26AD-4AFB-802A-A4CEA292E4E8}">
      <dgm:prSet/>
      <dgm:spPr/>
      <dgm:t>
        <a:bodyPr/>
        <a:lstStyle/>
        <a:p>
          <a:endParaRPr lang="en-US"/>
        </a:p>
      </dgm:t>
    </dgm:pt>
    <dgm:pt modelId="{764341AA-CDC8-43D5-8992-E6BC8055F523}" type="sibTrans" cxnId="{23A05CF8-26AD-4AFB-802A-A4CEA292E4E8}">
      <dgm:prSet/>
      <dgm:spPr/>
      <dgm:t>
        <a:bodyPr/>
        <a:lstStyle/>
        <a:p>
          <a:endParaRPr lang="en-US"/>
        </a:p>
      </dgm:t>
    </dgm:pt>
    <dgm:pt modelId="{FCBA20DE-0392-4704-8713-B85446010E7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Goal: </a:t>
          </a:r>
          <a:r>
            <a:rPr lang="en-US" b="1"/>
            <a:t>predict the transaction amount using demographic, behavioral, and time-based features.</a:t>
          </a:r>
          <a:endParaRPr lang="en-US"/>
        </a:p>
      </dgm:t>
    </dgm:pt>
    <dgm:pt modelId="{2F72D3D1-595A-44C4-B0BC-C5F34DC43F94}" type="parTrans" cxnId="{5B30CD9B-E8D8-48EC-B59F-9219548254BA}">
      <dgm:prSet/>
      <dgm:spPr/>
      <dgm:t>
        <a:bodyPr/>
        <a:lstStyle/>
        <a:p>
          <a:endParaRPr lang="en-US"/>
        </a:p>
      </dgm:t>
    </dgm:pt>
    <dgm:pt modelId="{D65478C4-079D-49C5-9759-ADD41B5EF802}" type="sibTrans" cxnId="{5B30CD9B-E8D8-48EC-B59F-9219548254BA}">
      <dgm:prSet/>
      <dgm:spPr/>
      <dgm:t>
        <a:bodyPr/>
        <a:lstStyle/>
        <a:p>
          <a:endParaRPr lang="en-US"/>
        </a:p>
      </dgm:t>
    </dgm:pt>
    <dgm:pt modelId="{E0D5B3CB-1D8B-4C83-8092-9A2A41F0207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Why prediction matters:</a:t>
          </a:r>
        </a:p>
      </dgm:t>
    </dgm:pt>
    <dgm:pt modelId="{9F92EF4F-20E5-48FD-8CA6-8F337A1BD907}" type="parTrans" cxnId="{A9F9B68B-8F21-4266-9DE6-BD9E56A5F491}">
      <dgm:prSet/>
      <dgm:spPr/>
      <dgm:t>
        <a:bodyPr/>
        <a:lstStyle/>
        <a:p>
          <a:endParaRPr lang="en-US"/>
        </a:p>
      </dgm:t>
    </dgm:pt>
    <dgm:pt modelId="{39526A46-881D-4FF8-AD0F-83FCA428D1D5}" type="sibTrans" cxnId="{A9F9B68B-8F21-4266-9DE6-BD9E56A5F491}">
      <dgm:prSet/>
      <dgm:spPr/>
      <dgm:t>
        <a:bodyPr/>
        <a:lstStyle/>
        <a:p>
          <a:endParaRPr lang="en-US"/>
        </a:p>
      </dgm:t>
    </dgm:pt>
    <dgm:pt modelId="{1E41F1A2-1A56-4DB7-8B59-3684572682C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Helps identify unusual spending patterns</a:t>
          </a:r>
        </a:p>
      </dgm:t>
    </dgm:pt>
    <dgm:pt modelId="{7F70B523-69AF-4FFE-9787-C8758209A876}" type="parTrans" cxnId="{D0CB31C5-1A3E-4ABE-8B6D-9CCC0DE1A72A}">
      <dgm:prSet/>
      <dgm:spPr/>
      <dgm:t>
        <a:bodyPr/>
        <a:lstStyle/>
        <a:p>
          <a:endParaRPr lang="en-US"/>
        </a:p>
      </dgm:t>
    </dgm:pt>
    <dgm:pt modelId="{79996732-37E7-437B-9CB5-06CDC39E5721}" type="sibTrans" cxnId="{D0CB31C5-1A3E-4ABE-8B6D-9CCC0DE1A72A}">
      <dgm:prSet/>
      <dgm:spPr/>
      <dgm:t>
        <a:bodyPr/>
        <a:lstStyle/>
        <a:p>
          <a:endParaRPr lang="en-US"/>
        </a:p>
      </dgm:t>
    </dgm:pt>
    <dgm:pt modelId="{3311D959-BFAA-4EBF-93B1-8E5406C038B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Supports financial recommendations</a:t>
          </a:r>
        </a:p>
      </dgm:t>
    </dgm:pt>
    <dgm:pt modelId="{3D8AF10A-15FD-4099-8828-8A60E2462830}" type="parTrans" cxnId="{F7C5CBBB-583C-4856-BA69-2156D077E360}">
      <dgm:prSet/>
      <dgm:spPr/>
      <dgm:t>
        <a:bodyPr/>
        <a:lstStyle/>
        <a:p>
          <a:endParaRPr lang="en-US"/>
        </a:p>
      </dgm:t>
    </dgm:pt>
    <dgm:pt modelId="{22F650C9-5DE3-43C8-8163-978526CE587A}" type="sibTrans" cxnId="{F7C5CBBB-583C-4856-BA69-2156D077E360}">
      <dgm:prSet/>
      <dgm:spPr/>
      <dgm:t>
        <a:bodyPr/>
        <a:lstStyle/>
        <a:p>
          <a:endParaRPr lang="en-US"/>
        </a:p>
      </dgm:t>
    </dgm:pt>
    <dgm:pt modelId="{EDD2031C-4EAE-443A-BD52-3D8DCD5AB84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Enables proactive financial tools</a:t>
          </a:r>
        </a:p>
      </dgm:t>
    </dgm:pt>
    <dgm:pt modelId="{C3796FF8-AC65-4131-AFD0-6B1B872C0B07}" type="parTrans" cxnId="{2A9C6C1F-7403-4BC6-BF5F-193D41155B58}">
      <dgm:prSet/>
      <dgm:spPr/>
      <dgm:t>
        <a:bodyPr/>
        <a:lstStyle/>
        <a:p>
          <a:endParaRPr lang="en-US"/>
        </a:p>
      </dgm:t>
    </dgm:pt>
    <dgm:pt modelId="{C5D60A1E-D2D6-42A0-88E2-E993E7730F05}" type="sibTrans" cxnId="{2A9C6C1F-7403-4BC6-BF5F-193D41155B58}">
      <dgm:prSet/>
      <dgm:spPr/>
      <dgm:t>
        <a:bodyPr/>
        <a:lstStyle/>
        <a:p>
          <a:endParaRPr lang="en-US"/>
        </a:p>
      </dgm:t>
    </dgm:pt>
    <dgm:pt modelId="{A9B3DBC6-1976-42F2-A54C-2D6F348705A8}" type="pres">
      <dgm:prSet presAssocID="{D29F1F0C-39F5-4B71-90DC-F0FA9A094B4E}" presName="Name0" presStyleCnt="0">
        <dgm:presLayoutVars>
          <dgm:dir/>
          <dgm:animLvl val="lvl"/>
          <dgm:resizeHandles val="exact"/>
        </dgm:presLayoutVars>
      </dgm:prSet>
      <dgm:spPr/>
    </dgm:pt>
    <dgm:pt modelId="{0FF7F4AD-5269-4C37-A169-63F1B73A4755}" type="pres">
      <dgm:prSet presAssocID="{E0D5B3CB-1D8B-4C83-8092-9A2A41F0207A}" presName="boxAndChildren" presStyleCnt="0"/>
      <dgm:spPr/>
    </dgm:pt>
    <dgm:pt modelId="{12CFEEA9-2B31-4ACD-8E56-B5723B934645}" type="pres">
      <dgm:prSet presAssocID="{E0D5B3CB-1D8B-4C83-8092-9A2A41F0207A}" presName="parentTextBox" presStyleLbl="node1" presStyleIdx="0" presStyleCnt="3"/>
      <dgm:spPr/>
    </dgm:pt>
    <dgm:pt modelId="{36EF41C2-A7CC-435A-9EBE-DD8128173373}" type="pres">
      <dgm:prSet presAssocID="{E0D5B3CB-1D8B-4C83-8092-9A2A41F0207A}" presName="entireBox" presStyleLbl="node1" presStyleIdx="0" presStyleCnt="3"/>
      <dgm:spPr/>
    </dgm:pt>
    <dgm:pt modelId="{98B11740-62A6-470B-A776-3A27D7E5B018}" type="pres">
      <dgm:prSet presAssocID="{E0D5B3CB-1D8B-4C83-8092-9A2A41F0207A}" presName="descendantBox" presStyleCnt="0"/>
      <dgm:spPr/>
    </dgm:pt>
    <dgm:pt modelId="{B13D9A8A-50B0-41F6-A4AE-61AEA0691B2D}" type="pres">
      <dgm:prSet presAssocID="{1E41F1A2-1A56-4DB7-8B59-3684572682C0}" presName="childTextBox" presStyleLbl="fgAccFollowNode1" presStyleIdx="0" presStyleCnt="3">
        <dgm:presLayoutVars>
          <dgm:bulletEnabled val="1"/>
        </dgm:presLayoutVars>
      </dgm:prSet>
      <dgm:spPr/>
    </dgm:pt>
    <dgm:pt modelId="{442CD1DF-A9C2-4037-9E47-8A6FA53835BF}" type="pres">
      <dgm:prSet presAssocID="{3311D959-BFAA-4EBF-93B1-8E5406C038B1}" presName="childTextBox" presStyleLbl="fgAccFollowNode1" presStyleIdx="1" presStyleCnt="3">
        <dgm:presLayoutVars>
          <dgm:bulletEnabled val="1"/>
        </dgm:presLayoutVars>
      </dgm:prSet>
      <dgm:spPr/>
    </dgm:pt>
    <dgm:pt modelId="{53AEC869-4FEA-45EB-9999-A6BFDC435154}" type="pres">
      <dgm:prSet presAssocID="{EDD2031C-4EAE-443A-BD52-3D8DCD5AB846}" presName="childTextBox" presStyleLbl="fgAccFollowNode1" presStyleIdx="2" presStyleCnt="3">
        <dgm:presLayoutVars>
          <dgm:bulletEnabled val="1"/>
        </dgm:presLayoutVars>
      </dgm:prSet>
      <dgm:spPr/>
    </dgm:pt>
    <dgm:pt modelId="{D47B0695-B234-452F-B8E0-0D268033285E}" type="pres">
      <dgm:prSet presAssocID="{D65478C4-079D-49C5-9759-ADD41B5EF802}" presName="sp" presStyleCnt="0"/>
      <dgm:spPr/>
    </dgm:pt>
    <dgm:pt modelId="{DA197529-C78A-43CC-B3FD-5703CB8E42F2}" type="pres">
      <dgm:prSet presAssocID="{FCBA20DE-0392-4704-8713-B85446010E70}" presName="arrowAndChildren" presStyleCnt="0"/>
      <dgm:spPr/>
    </dgm:pt>
    <dgm:pt modelId="{34FC189A-27F9-4A8A-A4EA-368EDDCA729D}" type="pres">
      <dgm:prSet presAssocID="{FCBA20DE-0392-4704-8713-B85446010E70}" presName="parentTextArrow" presStyleLbl="node1" presStyleIdx="1" presStyleCnt="3"/>
      <dgm:spPr/>
    </dgm:pt>
    <dgm:pt modelId="{AE327195-8375-4F8F-B4CC-19C42D6F0637}" type="pres">
      <dgm:prSet presAssocID="{764341AA-CDC8-43D5-8992-E6BC8055F523}" presName="sp" presStyleCnt="0"/>
      <dgm:spPr/>
    </dgm:pt>
    <dgm:pt modelId="{27C1C37F-AADD-450F-903E-AAA500C9175F}" type="pres">
      <dgm:prSet presAssocID="{1569CADB-7309-4945-A430-5805FDF70F3B}" presName="arrowAndChildren" presStyleCnt="0"/>
      <dgm:spPr/>
    </dgm:pt>
    <dgm:pt modelId="{719C0DFE-3052-48C1-A0EF-39B9B332F98B}" type="pres">
      <dgm:prSet presAssocID="{1569CADB-7309-4945-A430-5805FDF70F3B}" presName="parentTextArrow" presStyleLbl="node1" presStyleIdx="2" presStyleCnt="3"/>
      <dgm:spPr/>
    </dgm:pt>
  </dgm:ptLst>
  <dgm:cxnLst>
    <dgm:cxn modelId="{4F1E8912-1236-47FE-8370-9B6D020567B6}" type="presOf" srcId="{E0D5B3CB-1D8B-4C83-8092-9A2A41F0207A}" destId="{12CFEEA9-2B31-4ACD-8E56-B5723B934645}" srcOrd="0" destOrd="0" presId="urn:microsoft.com/office/officeart/2005/8/layout/process4"/>
    <dgm:cxn modelId="{2A9C6C1F-7403-4BC6-BF5F-193D41155B58}" srcId="{E0D5B3CB-1D8B-4C83-8092-9A2A41F0207A}" destId="{EDD2031C-4EAE-443A-BD52-3D8DCD5AB846}" srcOrd="2" destOrd="0" parTransId="{C3796FF8-AC65-4131-AFD0-6B1B872C0B07}" sibTransId="{C5D60A1E-D2D6-42A0-88E2-E993E7730F05}"/>
    <dgm:cxn modelId="{6554B62C-B700-49DA-BF63-17CB04C3669C}" type="presOf" srcId="{1569CADB-7309-4945-A430-5805FDF70F3B}" destId="{719C0DFE-3052-48C1-A0EF-39B9B332F98B}" srcOrd="0" destOrd="0" presId="urn:microsoft.com/office/officeart/2005/8/layout/process4"/>
    <dgm:cxn modelId="{B3585B6C-F048-4DB9-9196-4AD0716B02A6}" type="presOf" srcId="{3311D959-BFAA-4EBF-93B1-8E5406C038B1}" destId="{442CD1DF-A9C2-4037-9E47-8A6FA53835BF}" srcOrd="0" destOrd="0" presId="urn:microsoft.com/office/officeart/2005/8/layout/process4"/>
    <dgm:cxn modelId="{0862236D-0626-4503-A161-75600AA7C4E9}" type="presOf" srcId="{FCBA20DE-0392-4704-8713-B85446010E70}" destId="{34FC189A-27F9-4A8A-A4EA-368EDDCA729D}" srcOrd="0" destOrd="0" presId="urn:microsoft.com/office/officeart/2005/8/layout/process4"/>
    <dgm:cxn modelId="{14208356-514E-4797-86A1-818C186AC5DE}" type="presOf" srcId="{D29F1F0C-39F5-4B71-90DC-F0FA9A094B4E}" destId="{A9B3DBC6-1976-42F2-A54C-2D6F348705A8}" srcOrd="0" destOrd="0" presId="urn:microsoft.com/office/officeart/2005/8/layout/process4"/>
    <dgm:cxn modelId="{DFD63286-A5BB-44FC-BCDF-E1F3F6D77C75}" type="presOf" srcId="{1E41F1A2-1A56-4DB7-8B59-3684572682C0}" destId="{B13D9A8A-50B0-41F6-A4AE-61AEA0691B2D}" srcOrd="0" destOrd="0" presId="urn:microsoft.com/office/officeart/2005/8/layout/process4"/>
    <dgm:cxn modelId="{A9F9B68B-8F21-4266-9DE6-BD9E56A5F491}" srcId="{D29F1F0C-39F5-4B71-90DC-F0FA9A094B4E}" destId="{E0D5B3CB-1D8B-4C83-8092-9A2A41F0207A}" srcOrd="2" destOrd="0" parTransId="{9F92EF4F-20E5-48FD-8CA6-8F337A1BD907}" sibTransId="{39526A46-881D-4FF8-AD0F-83FCA428D1D5}"/>
    <dgm:cxn modelId="{5B30CD9B-E8D8-48EC-B59F-9219548254BA}" srcId="{D29F1F0C-39F5-4B71-90DC-F0FA9A094B4E}" destId="{FCBA20DE-0392-4704-8713-B85446010E70}" srcOrd="1" destOrd="0" parTransId="{2F72D3D1-595A-44C4-B0BC-C5F34DC43F94}" sibTransId="{D65478C4-079D-49C5-9759-ADD41B5EF802}"/>
    <dgm:cxn modelId="{F7C5CBBB-583C-4856-BA69-2156D077E360}" srcId="{E0D5B3CB-1D8B-4C83-8092-9A2A41F0207A}" destId="{3311D959-BFAA-4EBF-93B1-8E5406C038B1}" srcOrd="1" destOrd="0" parTransId="{3D8AF10A-15FD-4099-8828-8A60E2462830}" sibTransId="{22F650C9-5DE3-43C8-8163-978526CE587A}"/>
    <dgm:cxn modelId="{D0CB31C5-1A3E-4ABE-8B6D-9CCC0DE1A72A}" srcId="{E0D5B3CB-1D8B-4C83-8092-9A2A41F0207A}" destId="{1E41F1A2-1A56-4DB7-8B59-3684572682C0}" srcOrd="0" destOrd="0" parTransId="{7F70B523-69AF-4FFE-9787-C8758209A876}" sibTransId="{79996732-37E7-437B-9CB5-06CDC39E5721}"/>
    <dgm:cxn modelId="{01DF50EE-A84A-412A-A732-9FB4C54AE382}" type="presOf" srcId="{E0D5B3CB-1D8B-4C83-8092-9A2A41F0207A}" destId="{36EF41C2-A7CC-435A-9EBE-DD8128173373}" srcOrd="1" destOrd="0" presId="urn:microsoft.com/office/officeart/2005/8/layout/process4"/>
    <dgm:cxn modelId="{23A05CF8-26AD-4AFB-802A-A4CEA292E4E8}" srcId="{D29F1F0C-39F5-4B71-90DC-F0FA9A094B4E}" destId="{1569CADB-7309-4945-A430-5805FDF70F3B}" srcOrd="0" destOrd="0" parTransId="{E4BB5CE8-F7F1-4E53-BE98-B7A242A1D564}" sibTransId="{764341AA-CDC8-43D5-8992-E6BC8055F523}"/>
    <dgm:cxn modelId="{98558BFB-DB04-47CC-8472-7A9AF4E4A346}" type="presOf" srcId="{EDD2031C-4EAE-443A-BD52-3D8DCD5AB846}" destId="{53AEC869-4FEA-45EB-9999-A6BFDC435154}" srcOrd="0" destOrd="0" presId="urn:microsoft.com/office/officeart/2005/8/layout/process4"/>
    <dgm:cxn modelId="{750E52F7-BCA4-4BE8-90C5-99BDB2079241}" type="presParOf" srcId="{A9B3DBC6-1976-42F2-A54C-2D6F348705A8}" destId="{0FF7F4AD-5269-4C37-A169-63F1B73A4755}" srcOrd="0" destOrd="0" presId="urn:microsoft.com/office/officeart/2005/8/layout/process4"/>
    <dgm:cxn modelId="{594EAF15-94DC-4B3D-B045-FC0BEFC7BB65}" type="presParOf" srcId="{0FF7F4AD-5269-4C37-A169-63F1B73A4755}" destId="{12CFEEA9-2B31-4ACD-8E56-B5723B934645}" srcOrd="0" destOrd="0" presId="urn:microsoft.com/office/officeart/2005/8/layout/process4"/>
    <dgm:cxn modelId="{DD33F3C7-A9D0-497D-9D0C-726413CF85B4}" type="presParOf" srcId="{0FF7F4AD-5269-4C37-A169-63F1B73A4755}" destId="{36EF41C2-A7CC-435A-9EBE-DD8128173373}" srcOrd="1" destOrd="0" presId="urn:microsoft.com/office/officeart/2005/8/layout/process4"/>
    <dgm:cxn modelId="{C7AE2064-01CE-4C6B-B4B2-11131A0F0568}" type="presParOf" srcId="{0FF7F4AD-5269-4C37-A169-63F1B73A4755}" destId="{98B11740-62A6-470B-A776-3A27D7E5B018}" srcOrd="2" destOrd="0" presId="urn:microsoft.com/office/officeart/2005/8/layout/process4"/>
    <dgm:cxn modelId="{7241A981-3B95-45A8-9B4E-6E32D9A250CA}" type="presParOf" srcId="{98B11740-62A6-470B-A776-3A27D7E5B018}" destId="{B13D9A8A-50B0-41F6-A4AE-61AEA0691B2D}" srcOrd="0" destOrd="0" presId="urn:microsoft.com/office/officeart/2005/8/layout/process4"/>
    <dgm:cxn modelId="{6749F675-71A4-4012-85DB-08A90F068053}" type="presParOf" srcId="{98B11740-62A6-470B-A776-3A27D7E5B018}" destId="{442CD1DF-A9C2-4037-9E47-8A6FA53835BF}" srcOrd="1" destOrd="0" presId="urn:microsoft.com/office/officeart/2005/8/layout/process4"/>
    <dgm:cxn modelId="{078E14A6-2D8C-499E-BBFB-122F7956D784}" type="presParOf" srcId="{98B11740-62A6-470B-A776-3A27D7E5B018}" destId="{53AEC869-4FEA-45EB-9999-A6BFDC435154}" srcOrd="2" destOrd="0" presId="urn:microsoft.com/office/officeart/2005/8/layout/process4"/>
    <dgm:cxn modelId="{69E5479B-A455-4FCE-A53D-D6014DA35157}" type="presParOf" srcId="{A9B3DBC6-1976-42F2-A54C-2D6F348705A8}" destId="{D47B0695-B234-452F-B8E0-0D268033285E}" srcOrd="1" destOrd="0" presId="urn:microsoft.com/office/officeart/2005/8/layout/process4"/>
    <dgm:cxn modelId="{2B6579F7-CBCA-40D4-9494-72FB59A836D4}" type="presParOf" srcId="{A9B3DBC6-1976-42F2-A54C-2D6F348705A8}" destId="{DA197529-C78A-43CC-B3FD-5703CB8E42F2}" srcOrd="2" destOrd="0" presId="urn:microsoft.com/office/officeart/2005/8/layout/process4"/>
    <dgm:cxn modelId="{9DC98100-EE2B-4479-B1D5-E94ECEA57FAF}" type="presParOf" srcId="{DA197529-C78A-43CC-B3FD-5703CB8E42F2}" destId="{34FC189A-27F9-4A8A-A4EA-368EDDCA729D}" srcOrd="0" destOrd="0" presId="urn:microsoft.com/office/officeart/2005/8/layout/process4"/>
    <dgm:cxn modelId="{656C5146-D4EC-48CE-995E-423CC5B37729}" type="presParOf" srcId="{A9B3DBC6-1976-42F2-A54C-2D6F348705A8}" destId="{AE327195-8375-4F8F-B4CC-19C42D6F0637}" srcOrd="3" destOrd="0" presId="urn:microsoft.com/office/officeart/2005/8/layout/process4"/>
    <dgm:cxn modelId="{56E39FFA-FE37-4200-B0B1-19843F88A750}" type="presParOf" srcId="{A9B3DBC6-1976-42F2-A54C-2D6F348705A8}" destId="{27C1C37F-AADD-450F-903E-AAA500C9175F}" srcOrd="4" destOrd="0" presId="urn:microsoft.com/office/officeart/2005/8/layout/process4"/>
    <dgm:cxn modelId="{8E17BDDA-6043-4604-A041-77054B3D38D6}" type="presParOf" srcId="{27C1C37F-AADD-450F-903E-AAA500C9175F}" destId="{719C0DFE-3052-48C1-A0EF-39B9B332F98B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EFFBA89-3392-46FE-93DF-2361C38D28F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86998EA-D51B-4EB6-9F10-699268497C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dataset contains approximately 50,000 transaction records.</a:t>
          </a:r>
        </a:p>
      </dgm:t>
    </dgm:pt>
    <dgm:pt modelId="{FDE95CE8-B948-4690-9C80-231E8488079C}" type="parTrans" cxnId="{43B1804A-D804-41DF-9210-BD400C141073}">
      <dgm:prSet/>
      <dgm:spPr/>
      <dgm:t>
        <a:bodyPr/>
        <a:lstStyle/>
        <a:p>
          <a:endParaRPr lang="en-US"/>
        </a:p>
      </dgm:t>
    </dgm:pt>
    <dgm:pt modelId="{8D73E80B-D405-426A-AF62-C292C63B57EB}" type="sibTrans" cxnId="{43B1804A-D804-41DF-9210-BD400C141073}">
      <dgm:prSet/>
      <dgm:spPr/>
      <dgm:t>
        <a:bodyPr/>
        <a:lstStyle/>
        <a:p>
          <a:endParaRPr lang="en-US"/>
        </a:p>
      </dgm:t>
    </dgm:pt>
    <dgm:pt modelId="{43420FC6-134E-440D-A088-B6F0199B1BB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Each record includes:</a:t>
          </a:r>
        </a:p>
      </dgm:t>
    </dgm:pt>
    <dgm:pt modelId="{73F41D7C-8A7D-458D-BA15-C77AC87944EC}" type="parTrans" cxnId="{52141CB2-0120-4C07-B656-D4BC4DCCB282}">
      <dgm:prSet/>
      <dgm:spPr/>
      <dgm:t>
        <a:bodyPr/>
        <a:lstStyle/>
        <a:p>
          <a:endParaRPr lang="en-US"/>
        </a:p>
      </dgm:t>
    </dgm:pt>
    <dgm:pt modelId="{1D6110D0-2079-417E-B9E6-36A87B1255AC}" type="sibTrans" cxnId="{52141CB2-0120-4C07-B656-D4BC4DCCB282}">
      <dgm:prSet/>
      <dgm:spPr/>
      <dgm:t>
        <a:bodyPr/>
        <a:lstStyle/>
        <a:p>
          <a:endParaRPr lang="en-US"/>
        </a:p>
      </dgm:t>
    </dgm:pt>
    <dgm:pt modelId="{044A1B22-BF0E-4932-A1DA-7C128D1BFEF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Customer demographic data</a:t>
          </a:r>
        </a:p>
      </dgm:t>
    </dgm:pt>
    <dgm:pt modelId="{ACDD79B2-D4C9-4209-9A79-9F37022C4511}" type="parTrans" cxnId="{F9ED5CF1-FFBE-44FF-A39F-9DC7FA24C027}">
      <dgm:prSet/>
      <dgm:spPr/>
      <dgm:t>
        <a:bodyPr/>
        <a:lstStyle/>
        <a:p>
          <a:endParaRPr lang="en-US"/>
        </a:p>
      </dgm:t>
    </dgm:pt>
    <dgm:pt modelId="{945F021E-8E14-4BB7-86C9-417E975EF447}" type="sibTrans" cxnId="{F9ED5CF1-FFBE-44FF-A39F-9DC7FA24C027}">
      <dgm:prSet/>
      <dgm:spPr/>
      <dgm:t>
        <a:bodyPr/>
        <a:lstStyle/>
        <a:p>
          <a:endParaRPr lang="en-US"/>
        </a:p>
      </dgm:t>
    </dgm:pt>
    <dgm:pt modelId="{D8BD35D1-9BEC-4612-974A-D0DAF45BE1C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Merchant information</a:t>
          </a:r>
        </a:p>
      </dgm:t>
    </dgm:pt>
    <dgm:pt modelId="{7515A598-BDF6-4210-871C-EB947500092D}" type="parTrans" cxnId="{74A6575C-D45A-4697-A201-264790C2C805}">
      <dgm:prSet/>
      <dgm:spPr/>
      <dgm:t>
        <a:bodyPr/>
        <a:lstStyle/>
        <a:p>
          <a:endParaRPr lang="en-US"/>
        </a:p>
      </dgm:t>
    </dgm:pt>
    <dgm:pt modelId="{25FD79FD-9214-4E93-B07E-6604CEB8ACE7}" type="sibTrans" cxnId="{74A6575C-D45A-4697-A201-264790C2C805}">
      <dgm:prSet/>
      <dgm:spPr/>
      <dgm:t>
        <a:bodyPr/>
        <a:lstStyle/>
        <a:p>
          <a:endParaRPr lang="en-US"/>
        </a:p>
      </dgm:t>
    </dgm:pt>
    <dgm:pt modelId="{F37410C5-9D13-4925-AD6B-89800B29D03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Transaction category</a:t>
          </a:r>
        </a:p>
      </dgm:t>
    </dgm:pt>
    <dgm:pt modelId="{68EDEAEE-8919-40E6-BB2E-10CB0300AAE4}" type="parTrans" cxnId="{C45B5100-4655-4EFC-8EE7-2228108E32E8}">
      <dgm:prSet/>
      <dgm:spPr/>
      <dgm:t>
        <a:bodyPr/>
        <a:lstStyle/>
        <a:p>
          <a:endParaRPr lang="en-US"/>
        </a:p>
      </dgm:t>
    </dgm:pt>
    <dgm:pt modelId="{8E98B4F9-E2CB-4F34-BBA4-A0F70D509ACF}" type="sibTrans" cxnId="{C45B5100-4655-4EFC-8EE7-2228108E32E8}">
      <dgm:prSet/>
      <dgm:spPr/>
      <dgm:t>
        <a:bodyPr/>
        <a:lstStyle/>
        <a:p>
          <a:endParaRPr lang="en-US"/>
        </a:p>
      </dgm:t>
    </dgm:pt>
    <dgm:pt modelId="{C233A19A-AE43-47F7-8990-63D664AC01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Transaction date and time</a:t>
          </a:r>
        </a:p>
      </dgm:t>
    </dgm:pt>
    <dgm:pt modelId="{088B8A5F-0AB6-4F5E-8A33-8E0EE52070E8}" type="parTrans" cxnId="{FF01530C-E34E-40E8-90C8-F545F842E172}">
      <dgm:prSet/>
      <dgm:spPr/>
      <dgm:t>
        <a:bodyPr/>
        <a:lstStyle/>
        <a:p>
          <a:endParaRPr lang="en-US"/>
        </a:p>
      </dgm:t>
    </dgm:pt>
    <dgm:pt modelId="{B57A984E-FBD6-49D8-89AC-A92940CFBA70}" type="sibTrans" cxnId="{FF01530C-E34E-40E8-90C8-F545F842E172}">
      <dgm:prSet/>
      <dgm:spPr/>
      <dgm:t>
        <a:bodyPr/>
        <a:lstStyle/>
        <a:p>
          <a:endParaRPr lang="en-US"/>
        </a:p>
      </dgm:t>
    </dgm:pt>
    <dgm:pt modelId="{6A82427C-1C9E-4994-AFC0-C8C3C653ED0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Income vs expense classification</a:t>
          </a:r>
        </a:p>
      </dgm:t>
    </dgm:pt>
    <dgm:pt modelId="{3FAAEC63-9BEE-46A7-B60C-57F15F05BF7A}" type="parTrans" cxnId="{FADBFFAB-6565-426E-9174-BD85C2E12758}">
      <dgm:prSet/>
      <dgm:spPr/>
      <dgm:t>
        <a:bodyPr/>
        <a:lstStyle/>
        <a:p>
          <a:endParaRPr lang="en-US"/>
        </a:p>
      </dgm:t>
    </dgm:pt>
    <dgm:pt modelId="{72AF0635-2261-4B74-A47E-FA8A8155E725}" type="sibTrans" cxnId="{FADBFFAB-6565-426E-9174-BD85C2E12758}">
      <dgm:prSet/>
      <dgm:spPr/>
      <dgm:t>
        <a:bodyPr/>
        <a:lstStyle/>
        <a:p>
          <a:endParaRPr lang="en-US"/>
        </a:p>
      </dgm:t>
    </dgm:pt>
    <dgm:pt modelId="{4D21D088-0959-4990-A7F6-8A23E0CE9B0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Target variable: </a:t>
          </a:r>
          <a:r>
            <a:rPr lang="en-US" b="1"/>
            <a:t>transaction_amount</a:t>
          </a:r>
          <a:endParaRPr lang="en-US"/>
        </a:p>
      </dgm:t>
    </dgm:pt>
    <dgm:pt modelId="{939FEE67-34C6-421C-BE97-0E1ADE9F559D}" type="parTrans" cxnId="{A22C7DC4-244F-46E7-B8D8-78FFA2CC30E4}">
      <dgm:prSet/>
      <dgm:spPr/>
      <dgm:t>
        <a:bodyPr/>
        <a:lstStyle/>
        <a:p>
          <a:endParaRPr lang="en-US"/>
        </a:p>
      </dgm:t>
    </dgm:pt>
    <dgm:pt modelId="{F700F2C6-CB9B-427E-B6E5-4A3D350F89C7}" type="sibTrans" cxnId="{A22C7DC4-244F-46E7-B8D8-78FFA2CC30E4}">
      <dgm:prSet/>
      <dgm:spPr/>
      <dgm:t>
        <a:bodyPr/>
        <a:lstStyle/>
        <a:p>
          <a:endParaRPr lang="en-US"/>
        </a:p>
      </dgm:t>
    </dgm:pt>
    <dgm:pt modelId="{C99F4DC1-C435-430E-A052-FA1DB61F8C7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This dataset represents structured financial transaction behavior similar to what fintech systems collect</a:t>
          </a:r>
        </a:p>
      </dgm:t>
    </dgm:pt>
    <dgm:pt modelId="{54B18196-644E-471D-9F59-B7602BBDB7DD}" type="parTrans" cxnId="{8ABACE85-FA3A-4030-BB9D-F3D7140F1D32}">
      <dgm:prSet/>
      <dgm:spPr/>
      <dgm:t>
        <a:bodyPr/>
        <a:lstStyle/>
        <a:p>
          <a:endParaRPr lang="en-US"/>
        </a:p>
      </dgm:t>
    </dgm:pt>
    <dgm:pt modelId="{6C374250-C6A9-4ED8-9EB6-B84410A7A34C}" type="sibTrans" cxnId="{8ABACE85-FA3A-4030-BB9D-F3D7140F1D32}">
      <dgm:prSet/>
      <dgm:spPr/>
      <dgm:t>
        <a:bodyPr/>
        <a:lstStyle/>
        <a:p>
          <a:endParaRPr lang="en-US"/>
        </a:p>
      </dgm:t>
    </dgm:pt>
    <dgm:pt modelId="{70004A7E-0421-4595-9CCB-62654F94415F}" type="pres">
      <dgm:prSet presAssocID="{DEFFBA89-3392-46FE-93DF-2361C38D28F0}" presName="root" presStyleCnt="0">
        <dgm:presLayoutVars>
          <dgm:dir/>
          <dgm:resizeHandles val="exact"/>
        </dgm:presLayoutVars>
      </dgm:prSet>
      <dgm:spPr/>
    </dgm:pt>
    <dgm:pt modelId="{EA065F68-88D5-4114-80A2-C0B2FB025020}" type="pres">
      <dgm:prSet presAssocID="{786998EA-D51B-4EB6-9F10-699268497CE0}" presName="compNode" presStyleCnt="0"/>
      <dgm:spPr/>
    </dgm:pt>
    <dgm:pt modelId="{975333E7-DFB2-4471-801E-E1D65DDE25D5}" type="pres">
      <dgm:prSet presAssocID="{786998EA-D51B-4EB6-9F10-699268497CE0}" presName="bgRect" presStyleLbl="bgShp" presStyleIdx="0" presStyleCnt="4"/>
      <dgm:spPr/>
    </dgm:pt>
    <dgm:pt modelId="{0F1E9F5E-2634-4F93-B015-11DFD8360F17}" type="pres">
      <dgm:prSet presAssocID="{786998EA-D51B-4EB6-9F10-699268497CE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C2A8946-7481-4763-BFFF-EC0D70B61216}" type="pres">
      <dgm:prSet presAssocID="{786998EA-D51B-4EB6-9F10-699268497CE0}" presName="spaceRect" presStyleCnt="0"/>
      <dgm:spPr/>
    </dgm:pt>
    <dgm:pt modelId="{CF084BC5-AA21-431F-90A0-CA4EFF5EE97C}" type="pres">
      <dgm:prSet presAssocID="{786998EA-D51B-4EB6-9F10-699268497CE0}" presName="parTx" presStyleLbl="revTx" presStyleIdx="0" presStyleCnt="5">
        <dgm:presLayoutVars>
          <dgm:chMax val="0"/>
          <dgm:chPref val="0"/>
        </dgm:presLayoutVars>
      </dgm:prSet>
      <dgm:spPr/>
    </dgm:pt>
    <dgm:pt modelId="{AA350775-F269-4068-85BA-DF81E8DDE6BE}" type="pres">
      <dgm:prSet presAssocID="{8D73E80B-D405-426A-AF62-C292C63B57EB}" presName="sibTrans" presStyleCnt="0"/>
      <dgm:spPr/>
    </dgm:pt>
    <dgm:pt modelId="{F8410107-0B8B-4AE8-89D6-1BBA35E430EA}" type="pres">
      <dgm:prSet presAssocID="{43420FC6-134E-440D-A088-B6F0199B1BBF}" presName="compNode" presStyleCnt="0"/>
      <dgm:spPr/>
    </dgm:pt>
    <dgm:pt modelId="{DE01B1B9-785E-4AF7-B11F-F24AE68E61BB}" type="pres">
      <dgm:prSet presAssocID="{43420FC6-134E-440D-A088-B6F0199B1BBF}" presName="bgRect" presStyleLbl="bgShp" presStyleIdx="1" presStyleCnt="4"/>
      <dgm:spPr/>
    </dgm:pt>
    <dgm:pt modelId="{CC4BB5C5-E73A-473B-80C1-F1F1E30A5251}" type="pres">
      <dgm:prSet presAssocID="{43420FC6-134E-440D-A088-B6F0199B1BB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17DEA983-27F4-4E0A-9ABA-DE993193E73F}" type="pres">
      <dgm:prSet presAssocID="{43420FC6-134E-440D-A088-B6F0199B1BBF}" presName="spaceRect" presStyleCnt="0"/>
      <dgm:spPr/>
    </dgm:pt>
    <dgm:pt modelId="{137A656D-A0BA-4856-ABBF-6DB0427EDB61}" type="pres">
      <dgm:prSet presAssocID="{43420FC6-134E-440D-A088-B6F0199B1BBF}" presName="parTx" presStyleLbl="revTx" presStyleIdx="1" presStyleCnt="5">
        <dgm:presLayoutVars>
          <dgm:chMax val="0"/>
          <dgm:chPref val="0"/>
        </dgm:presLayoutVars>
      </dgm:prSet>
      <dgm:spPr/>
    </dgm:pt>
    <dgm:pt modelId="{05B64A7B-E8E6-4228-81F2-34DEA176CFDB}" type="pres">
      <dgm:prSet presAssocID="{43420FC6-134E-440D-A088-B6F0199B1BBF}" presName="desTx" presStyleLbl="revTx" presStyleIdx="2" presStyleCnt="5">
        <dgm:presLayoutVars/>
      </dgm:prSet>
      <dgm:spPr/>
    </dgm:pt>
    <dgm:pt modelId="{50668408-5BC5-4622-88BE-0386E330B927}" type="pres">
      <dgm:prSet presAssocID="{1D6110D0-2079-417E-B9E6-36A87B1255AC}" presName="sibTrans" presStyleCnt="0"/>
      <dgm:spPr/>
    </dgm:pt>
    <dgm:pt modelId="{EECA2A58-4EB2-4FF2-BCB3-309D99025613}" type="pres">
      <dgm:prSet presAssocID="{4D21D088-0959-4990-A7F6-8A23E0CE9B0C}" presName="compNode" presStyleCnt="0"/>
      <dgm:spPr/>
    </dgm:pt>
    <dgm:pt modelId="{2EB6220C-5479-454D-AA96-D3494DA20D01}" type="pres">
      <dgm:prSet presAssocID="{4D21D088-0959-4990-A7F6-8A23E0CE9B0C}" presName="bgRect" presStyleLbl="bgShp" presStyleIdx="2" presStyleCnt="4"/>
      <dgm:spPr/>
    </dgm:pt>
    <dgm:pt modelId="{F982B3F8-A585-49FE-BC1A-EF882681F2E3}" type="pres">
      <dgm:prSet presAssocID="{4D21D088-0959-4990-A7F6-8A23E0CE9B0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6C5C8EAE-FD3B-48EA-A6A6-F14BAB600A77}" type="pres">
      <dgm:prSet presAssocID="{4D21D088-0959-4990-A7F6-8A23E0CE9B0C}" presName="spaceRect" presStyleCnt="0"/>
      <dgm:spPr/>
    </dgm:pt>
    <dgm:pt modelId="{49A05F03-E813-42B3-94F0-0C232DF7FF55}" type="pres">
      <dgm:prSet presAssocID="{4D21D088-0959-4990-A7F6-8A23E0CE9B0C}" presName="parTx" presStyleLbl="revTx" presStyleIdx="3" presStyleCnt="5">
        <dgm:presLayoutVars>
          <dgm:chMax val="0"/>
          <dgm:chPref val="0"/>
        </dgm:presLayoutVars>
      </dgm:prSet>
      <dgm:spPr/>
    </dgm:pt>
    <dgm:pt modelId="{E1C9B19D-30DD-415C-845F-E372E3455916}" type="pres">
      <dgm:prSet presAssocID="{F700F2C6-CB9B-427E-B6E5-4A3D350F89C7}" presName="sibTrans" presStyleCnt="0"/>
      <dgm:spPr/>
    </dgm:pt>
    <dgm:pt modelId="{32BC253A-342B-401D-A3C1-C8AEEF813A59}" type="pres">
      <dgm:prSet presAssocID="{C99F4DC1-C435-430E-A052-FA1DB61F8C78}" presName="compNode" presStyleCnt="0"/>
      <dgm:spPr/>
    </dgm:pt>
    <dgm:pt modelId="{607BD80B-EFFE-464E-BD8F-00EEF902161A}" type="pres">
      <dgm:prSet presAssocID="{C99F4DC1-C435-430E-A052-FA1DB61F8C78}" presName="bgRect" presStyleLbl="bgShp" presStyleIdx="3" presStyleCnt="4"/>
      <dgm:spPr/>
    </dgm:pt>
    <dgm:pt modelId="{8C7295AD-0326-4FA9-A184-E9A666352489}" type="pres">
      <dgm:prSet presAssocID="{C99F4DC1-C435-430E-A052-FA1DB61F8C7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EF857E3D-A8E7-44B3-9326-868F8B8445EF}" type="pres">
      <dgm:prSet presAssocID="{C99F4DC1-C435-430E-A052-FA1DB61F8C78}" presName="spaceRect" presStyleCnt="0"/>
      <dgm:spPr/>
    </dgm:pt>
    <dgm:pt modelId="{BFDD8E2D-DDDE-4731-A611-A0978446A719}" type="pres">
      <dgm:prSet presAssocID="{C99F4DC1-C435-430E-A052-FA1DB61F8C78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C45B5100-4655-4EFC-8EE7-2228108E32E8}" srcId="{43420FC6-134E-440D-A088-B6F0199B1BBF}" destId="{F37410C5-9D13-4925-AD6B-89800B29D031}" srcOrd="2" destOrd="0" parTransId="{68EDEAEE-8919-40E6-BB2E-10CB0300AAE4}" sibTransId="{8E98B4F9-E2CB-4F34-BBA4-A0F70D509ACF}"/>
    <dgm:cxn modelId="{FF01530C-E34E-40E8-90C8-F545F842E172}" srcId="{43420FC6-134E-440D-A088-B6F0199B1BBF}" destId="{C233A19A-AE43-47F7-8990-63D664AC010D}" srcOrd="3" destOrd="0" parTransId="{088B8A5F-0AB6-4F5E-8A33-8E0EE52070E8}" sibTransId="{B57A984E-FBD6-49D8-89AC-A92940CFBA70}"/>
    <dgm:cxn modelId="{F5FD4325-F86F-4BBF-9EB3-D6310D298C18}" type="presOf" srcId="{C233A19A-AE43-47F7-8990-63D664AC010D}" destId="{05B64A7B-E8E6-4228-81F2-34DEA176CFDB}" srcOrd="0" destOrd="3" presId="urn:microsoft.com/office/officeart/2018/2/layout/IconVerticalSolidList"/>
    <dgm:cxn modelId="{74A6575C-D45A-4697-A201-264790C2C805}" srcId="{43420FC6-134E-440D-A088-B6F0199B1BBF}" destId="{D8BD35D1-9BEC-4612-974A-D0DAF45BE1C1}" srcOrd="1" destOrd="0" parTransId="{7515A598-BDF6-4210-871C-EB947500092D}" sibTransId="{25FD79FD-9214-4E93-B07E-6604CEB8ACE7}"/>
    <dgm:cxn modelId="{D8640E61-AB29-4DEA-8596-9B010AE22A92}" type="presOf" srcId="{F37410C5-9D13-4925-AD6B-89800B29D031}" destId="{05B64A7B-E8E6-4228-81F2-34DEA176CFDB}" srcOrd="0" destOrd="2" presId="urn:microsoft.com/office/officeart/2018/2/layout/IconVerticalSolidList"/>
    <dgm:cxn modelId="{2303EB41-1E62-44B8-829A-CAD5195A28B3}" type="presOf" srcId="{044A1B22-BF0E-4932-A1DA-7C128D1BFEF7}" destId="{05B64A7B-E8E6-4228-81F2-34DEA176CFDB}" srcOrd="0" destOrd="0" presId="urn:microsoft.com/office/officeart/2018/2/layout/IconVerticalSolidList"/>
    <dgm:cxn modelId="{C3C7E866-01E5-447A-9CA1-F99D0B382C20}" type="presOf" srcId="{43420FC6-134E-440D-A088-B6F0199B1BBF}" destId="{137A656D-A0BA-4856-ABBF-6DB0427EDB61}" srcOrd="0" destOrd="0" presId="urn:microsoft.com/office/officeart/2018/2/layout/IconVerticalSolidList"/>
    <dgm:cxn modelId="{43B1804A-D804-41DF-9210-BD400C141073}" srcId="{DEFFBA89-3392-46FE-93DF-2361C38D28F0}" destId="{786998EA-D51B-4EB6-9F10-699268497CE0}" srcOrd="0" destOrd="0" parTransId="{FDE95CE8-B948-4690-9C80-231E8488079C}" sibTransId="{8D73E80B-D405-426A-AF62-C292C63B57EB}"/>
    <dgm:cxn modelId="{B7439B54-009E-4BA2-9958-B40CBB459720}" type="presOf" srcId="{6A82427C-1C9E-4994-AFC0-C8C3C653ED02}" destId="{05B64A7B-E8E6-4228-81F2-34DEA176CFDB}" srcOrd="0" destOrd="4" presId="urn:microsoft.com/office/officeart/2018/2/layout/IconVerticalSolidList"/>
    <dgm:cxn modelId="{8ABACE85-FA3A-4030-BB9D-F3D7140F1D32}" srcId="{DEFFBA89-3392-46FE-93DF-2361C38D28F0}" destId="{C99F4DC1-C435-430E-A052-FA1DB61F8C78}" srcOrd="3" destOrd="0" parTransId="{54B18196-644E-471D-9F59-B7602BBDB7DD}" sibTransId="{6C374250-C6A9-4ED8-9EB6-B84410A7A34C}"/>
    <dgm:cxn modelId="{FADBFFAB-6565-426E-9174-BD85C2E12758}" srcId="{43420FC6-134E-440D-A088-B6F0199B1BBF}" destId="{6A82427C-1C9E-4994-AFC0-C8C3C653ED02}" srcOrd="4" destOrd="0" parTransId="{3FAAEC63-9BEE-46A7-B60C-57F15F05BF7A}" sibTransId="{72AF0635-2261-4B74-A47E-FA8A8155E725}"/>
    <dgm:cxn modelId="{52141CB2-0120-4C07-B656-D4BC4DCCB282}" srcId="{DEFFBA89-3392-46FE-93DF-2361C38D28F0}" destId="{43420FC6-134E-440D-A088-B6F0199B1BBF}" srcOrd="1" destOrd="0" parTransId="{73F41D7C-8A7D-458D-BA15-C77AC87944EC}" sibTransId="{1D6110D0-2079-417E-B9E6-36A87B1255AC}"/>
    <dgm:cxn modelId="{B319EABB-272A-4283-B9DA-594529A13CA4}" type="presOf" srcId="{C99F4DC1-C435-430E-A052-FA1DB61F8C78}" destId="{BFDD8E2D-DDDE-4731-A611-A0978446A719}" srcOrd="0" destOrd="0" presId="urn:microsoft.com/office/officeart/2018/2/layout/IconVerticalSolidList"/>
    <dgm:cxn modelId="{FC7CD2C2-81F2-495B-96A2-345E5BB5A9CC}" type="presOf" srcId="{D8BD35D1-9BEC-4612-974A-D0DAF45BE1C1}" destId="{05B64A7B-E8E6-4228-81F2-34DEA176CFDB}" srcOrd="0" destOrd="1" presId="urn:microsoft.com/office/officeart/2018/2/layout/IconVerticalSolidList"/>
    <dgm:cxn modelId="{A22C7DC4-244F-46E7-B8D8-78FFA2CC30E4}" srcId="{DEFFBA89-3392-46FE-93DF-2361C38D28F0}" destId="{4D21D088-0959-4990-A7F6-8A23E0CE9B0C}" srcOrd="2" destOrd="0" parTransId="{939FEE67-34C6-421C-BE97-0E1ADE9F559D}" sibTransId="{F700F2C6-CB9B-427E-B6E5-4A3D350F89C7}"/>
    <dgm:cxn modelId="{6FF24CE8-B79A-4FD2-9DF0-29BF087DBAD9}" type="presOf" srcId="{4D21D088-0959-4990-A7F6-8A23E0CE9B0C}" destId="{49A05F03-E813-42B3-94F0-0C232DF7FF55}" srcOrd="0" destOrd="0" presId="urn:microsoft.com/office/officeart/2018/2/layout/IconVerticalSolidList"/>
    <dgm:cxn modelId="{F9ED5CF1-FFBE-44FF-A39F-9DC7FA24C027}" srcId="{43420FC6-134E-440D-A088-B6F0199B1BBF}" destId="{044A1B22-BF0E-4932-A1DA-7C128D1BFEF7}" srcOrd="0" destOrd="0" parTransId="{ACDD79B2-D4C9-4209-9A79-9F37022C4511}" sibTransId="{945F021E-8E14-4BB7-86C9-417E975EF447}"/>
    <dgm:cxn modelId="{0E64CDF2-CF46-418E-9F4C-5200676A2C5F}" type="presOf" srcId="{786998EA-D51B-4EB6-9F10-699268497CE0}" destId="{CF084BC5-AA21-431F-90A0-CA4EFF5EE97C}" srcOrd="0" destOrd="0" presId="urn:microsoft.com/office/officeart/2018/2/layout/IconVerticalSolidList"/>
    <dgm:cxn modelId="{0DFA8EF9-2820-4E2A-A3FF-0936882B393E}" type="presOf" srcId="{DEFFBA89-3392-46FE-93DF-2361C38D28F0}" destId="{70004A7E-0421-4595-9CCB-62654F94415F}" srcOrd="0" destOrd="0" presId="urn:microsoft.com/office/officeart/2018/2/layout/IconVerticalSolidList"/>
    <dgm:cxn modelId="{E62FA152-2AC0-46DF-9DDA-B5E8F654597F}" type="presParOf" srcId="{70004A7E-0421-4595-9CCB-62654F94415F}" destId="{EA065F68-88D5-4114-80A2-C0B2FB025020}" srcOrd="0" destOrd="0" presId="urn:microsoft.com/office/officeart/2018/2/layout/IconVerticalSolidList"/>
    <dgm:cxn modelId="{0703B630-F7AE-46AF-A590-03FF6A44EBE9}" type="presParOf" srcId="{EA065F68-88D5-4114-80A2-C0B2FB025020}" destId="{975333E7-DFB2-4471-801E-E1D65DDE25D5}" srcOrd="0" destOrd="0" presId="urn:microsoft.com/office/officeart/2018/2/layout/IconVerticalSolidList"/>
    <dgm:cxn modelId="{6B0BF6EB-ED0E-42D8-AA29-FA56D77D4E65}" type="presParOf" srcId="{EA065F68-88D5-4114-80A2-C0B2FB025020}" destId="{0F1E9F5E-2634-4F93-B015-11DFD8360F17}" srcOrd="1" destOrd="0" presId="urn:microsoft.com/office/officeart/2018/2/layout/IconVerticalSolidList"/>
    <dgm:cxn modelId="{BEA8D2F9-B27D-4914-A4F8-E13EA9AB601C}" type="presParOf" srcId="{EA065F68-88D5-4114-80A2-C0B2FB025020}" destId="{EC2A8946-7481-4763-BFFF-EC0D70B61216}" srcOrd="2" destOrd="0" presId="urn:microsoft.com/office/officeart/2018/2/layout/IconVerticalSolidList"/>
    <dgm:cxn modelId="{9583E8BF-94A5-4726-86F5-0F9164F3AEEF}" type="presParOf" srcId="{EA065F68-88D5-4114-80A2-C0B2FB025020}" destId="{CF084BC5-AA21-431F-90A0-CA4EFF5EE97C}" srcOrd="3" destOrd="0" presId="urn:microsoft.com/office/officeart/2018/2/layout/IconVerticalSolidList"/>
    <dgm:cxn modelId="{BCB00EC4-7F6B-454E-AEDD-EDA657C6DB56}" type="presParOf" srcId="{70004A7E-0421-4595-9CCB-62654F94415F}" destId="{AA350775-F269-4068-85BA-DF81E8DDE6BE}" srcOrd="1" destOrd="0" presId="urn:microsoft.com/office/officeart/2018/2/layout/IconVerticalSolidList"/>
    <dgm:cxn modelId="{83BC734D-9D5B-4D3E-895F-1A1BD047A54F}" type="presParOf" srcId="{70004A7E-0421-4595-9CCB-62654F94415F}" destId="{F8410107-0B8B-4AE8-89D6-1BBA35E430EA}" srcOrd="2" destOrd="0" presId="urn:microsoft.com/office/officeart/2018/2/layout/IconVerticalSolidList"/>
    <dgm:cxn modelId="{C5972CBD-111B-4707-B441-544F6CECE34B}" type="presParOf" srcId="{F8410107-0B8B-4AE8-89D6-1BBA35E430EA}" destId="{DE01B1B9-785E-4AF7-B11F-F24AE68E61BB}" srcOrd="0" destOrd="0" presId="urn:microsoft.com/office/officeart/2018/2/layout/IconVerticalSolidList"/>
    <dgm:cxn modelId="{57E30762-772E-4C9F-86F3-3ABED1E59C3D}" type="presParOf" srcId="{F8410107-0B8B-4AE8-89D6-1BBA35E430EA}" destId="{CC4BB5C5-E73A-473B-80C1-F1F1E30A5251}" srcOrd="1" destOrd="0" presId="urn:microsoft.com/office/officeart/2018/2/layout/IconVerticalSolidList"/>
    <dgm:cxn modelId="{4C3FE1A5-186B-4044-AC2A-9E8402BF5288}" type="presParOf" srcId="{F8410107-0B8B-4AE8-89D6-1BBA35E430EA}" destId="{17DEA983-27F4-4E0A-9ABA-DE993193E73F}" srcOrd="2" destOrd="0" presId="urn:microsoft.com/office/officeart/2018/2/layout/IconVerticalSolidList"/>
    <dgm:cxn modelId="{88BE8CC8-48DC-4763-BEF8-7AF2CF8647B7}" type="presParOf" srcId="{F8410107-0B8B-4AE8-89D6-1BBA35E430EA}" destId="{137A656D-A0BA-4856-ABBF-6DB0427EDB61}" srcOrd="3" destOrd="0" presId="urn:microsoft.com/office/officeart/2018/2/layout/IconVerticalSolidList"/>
    <dgm:cxn modelId="{CA3947A8-1FC6-45BF-B459-FCAE1EE1FF13}" type="presParOf" srcId="{F8410107-0B8B-4AE8-89D6-1BBA35E430EA}" destId="{05B64A7B-E8E6-4228-81F2-34DEA176CFDB}" srcOrd="4" destOrd="0" presId="urn:microsoft.com/office/officeart/2018/2/layout/IconVerticalSolidList"/>
    <dgm:cxn modelId="{0374514F-C971-497A-9400-C3C083C15310}" type="presParOf" srcId="{70004A7E-0421-4595-9CCB-62654F94415F}" destId="{50668408-5BC5-4622-88BE-0386E330B927}" srcOrd="3" destOrd="0" presId="urn:microsoft.com/office/officeart/2018/2/layout/IconVerticalSolidList"/>
    <dgm:cxn modelId="{F3E108A3-F2DE-4550-8AAD-BC525B5FB941}" type="presParOf" srcId="{70004A7E-0421-4595-9CCB-62654F94415F}" destId="{EECA2A58-4EB2-4FF2-BCB3-309D99025613}" srcOrd="4" destOrd="0" presId="urn:microsoft.com/office/officeart/2018/2/layout/IconVerticalSolidList"/>
    <dgm:cxn modelId="{E4B6C521-0396-4244-874F-033929EF25AD}" type="presParOf" srcId="{EECA2A58-4EB2-4FF2-BCB3-309D99025613}" destId="{2EB6220C-5479-454D-AA96-D3494DA20D01}" srcOrd="0" destOrd="0" presId="urn:microsoft.com/office/officeart/2018/2/layout/IconVerticalSolidList"/>
    <dgm:cxn modelId="{F99A508B-D9F5-4E11-9599-093397EC03EA}" type="presParOf" srcId="{EECA2A58-4EB2-4FF2-BCB3-309D99025613}" destId="{F982B3F8-A585-49FE-BC1A-EF882681F2E3}" srcOrd="1" destOrd="0" presId="urn:microsoft.com/office/officeart/2018/2/layout/IconVerticalSolidList"/>
    <dgm:cxn modelId="{C1053B84-F598-4A63-AEEC-787C0238DC6F}" type="presParOf" srcId="{EECA2A58-4EB2-4FF2-BCB3-309D99025613}" destId="{6C5C8EAE-FD3B-48EA-A6A6-F14BAB600A77}" srcOrd="2" destOrd="0" presId="urn:microsoft.com/office/officeart/2018/2/layout/IconVerticalSolidList"/>
    <dgm:cxn modelId="{C4E03267-791F-49FF-B1C8-BA0E50D19D7F}" type="presParOf" srcId="{EECA2A58-4EB2-4FF2-BCB3-309D99025613}" destId="{49A05F03-E813-42B3-94F0-0C232DF7FF55}" srcOrd="3" destOrd="0" presId="urn:microsoft.com/office/officeart/2018/2/layout/IconVerticalSolidList"/>
    <dgm:cxn modelId="{9E8D972C-5A0A-4F8B-B9D3-47298CFB28A8}" type="presParOf" srcId="{70004A7E-0421-4595-9CCB-62654F94415F}" destId="{E1C9B19D-30DD-415C-845F-E372E3455916}" srcOrd="5" destOrd="0" presId="urn:microsoft.com/office/officeart/2018/2/layout/IconVerticalSolidList"/>
    <dgm:cxn modelId="{C00A23FD-0ED8-482E-B8C0-AC617A476713}" type="presParOf" srcId="{70004A7E-0421-4595-9CCB-62654F94415F}" destId="{32BC253A-342B-401D-A3C1-C8AEEF813A59}" srcOrd="6" destOrd="0" presId="urn:microsoft.com/office/officeart/2018/2/layout/IconVerticalSolidList"/>
    <dgm:cxn modelId="{C2D7D439-7895-45F0-89A9-308F0F1A89CE}" type="presParOf" srcId="{32BC253A-342B-401D-A3C1-C8AEEF813A59}" destId="{607BD80B-EFFE-464E-BD8F-00EEF902161A}" srcOrd="0" destOrd="0" presId="urn:microsoft.com/office/officeart/2018/2/layout/IconVerticalSolidList"/>
    <dgm:cxn modelId="{650CA13B-CFF7-49A9-9965-4FFBC39F34ED}" type="presParOf" srcId="{32BC253A-342B-401D-A3C1-C8AEEF813A59}" destId="{8C7295AD-0326-4FA9-A184-E9A666352489}" srcOrd="1" destOrd="0" presId="urn:microsoft.com/office/officeart/2018/2/layout/IconVerticalSolidList"/>
    <dgm:cxn modelId="{E95038CB-8BC3-4BC4-8FF8-CD5424787134}" type="presParOf" srcId="{32BC253A-342B-401D-A3C1-C8AEEF813A59}" destId="{EF857E3D-A8E7-44B3-9326-868F8B8445EF}" srcOrd="2" destOrd="0" presId="urn:microsoft.com/office/officeart/2018/2/layout/IconVerticalSolidList"/>
    <dgm:cxn modelId="{9A56308F-21A1-463A-BEE6-3C2DFF884953}" type="presParOf" srcId="{32BC253A-342B-401D-A3C1-C8AEEF813A59}" destId="{BFDD8E2D-DDDE-4731-A611-A0978446A71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B74DCA4-5764-49B7-AA19-0480B2845FC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18BC9AD-78EE-48E6-9F56-6E3868E0687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Before modeling, the dataset required several preprocessing steps.</a:t>
          </a:r>
        </a:p>
      </dgm:t>
    </dgm:pt>
    <dgm:pt modelId="{097A6A24-0802-41D6-800C-E223DE245CA1}" type="parTrans" cxnId="{C3A90A0C-1C15-4211-B1B0-94EE165AB3BC}">
      <dgm:prSet/>
      <dgm:spPr/>
      <dgm:t>
        <a:bodyPr/>
        <a:lstStyle/>
        <a:p>
          <a:endParaRPr lang="en-US"/>
        </a:p>
      </dgm:t>
    </dgm:pt>
    <dgm:pt modelId="{10A77841-C264-484B-87A6-D13009B264C8}" type="sibTrans" cxnId="{C3A90A0C-1C15-4211-B1B0-94EE165AB3BC}">
      <dgm:prSet/>
      <dgm:spPr/>
      <dgm:t>
        <a:bodyPr/>
        <a:lstStyle/>
        <a:p>
          <a:endParaRPr lang="en-US"/>
        </a:p>
      </dgm:t>
    </dgm:pt>
    <dgm:pt modelId="{3A3A880C-F76A-41A3-A6B1-C38851A3F39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Key transformations included:</a:t>
          </a:r>
        </a:p>
      </dgm:t>
    </dgm:pt>
    <dgm:pt modelId="{C4C57109-1FD3-4380-8B71-D79F6F424F50}" type="parTrans" cxnId="{2B08AB19-FBC2-4B41-AD5A-83A14D430532}">
      <dgm:prSet/>
      <dgm:spPr/>
      <dgm:t>
        <a:bodyPr/>
        <a:lstStyle/>
        <a:p>
          <a:endParaRPr lang="en-US"/>
        </a:p>
      </dgm:t>
    </dgm:pt>
    <dgm:pt modelId="{3D973656-ACDA-4949-9922-00B86AEC8CF5}" type="sibTrans" cxnId="{2B08AB19-FBC2-4B41-AD5A-83A14D430532}">
      <dgm:prSet/>
      <dgm:spPr/>
      <dgm:t>
        <a:bodyPr/>
        <a:lstStyle/>
        <a:p>
          <a:endParaRPr lang="en-US"/>
        </a:p>
      </dgm:t>
    </dgm:pt>
    <dgm:pt modelId="{DAD08442-E57B-4A25-9EBF-70777C0CAB9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Converting birthdate into age</a:t>
          </a:r>
        </a:p>
      </dgm:t>
    </dgm:pt>
    <dgm:pt modelId="{F3BB2A52-5B42-4119-87EB-A74E9E20CD74}" type="parTrans" cxnId="{D51408C4-FB73-4EA8-8758-740DA0C9FA08}">
      <dgm:prSet/>
      <dgm:spPr/>
      <dgm:t>
        <a:bodyPr/>
        <a:lstStyle/>
        <a:p>
          <a:endParaRPr lang="en-US"/>
        </a:p>
      </dgm:t>
    </dgm:pt>
    <dgm:pt modelId="{B6975FA0-D3A8-48A9-9917-59DB6241D6EA}" type="sibTrans" cxnId="{D51408C4-FB73-4EA8-8758-740DA0C9FA08}">
      <dgm:prSet/>
      <dgm:spPr/>
      <dgm:t>
        <a:bodyPr/>
        <a:lstStyle/>
        <a:p>
          <a:endParaRPr lang="en-US"/>
        </a:p>
      </dgm:t>
    </dgm:pt>
    <dgm:pt modelId="{C01CC820-9AEF-4A54-A242-8B0F07FA2A7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Extracting month and day-of-week features</a:t>
          </a:r>
        </a:p>
      </dgm:t>
    </dgm:pt>
    <dgm:pt modelId="{828D8F00-48E9-4B4F-B809-BF1492DF3C40}" type="parTrans" cxnId="{0AE4315B-C542-486B-A0E1-DFC778A5F69A}">
      <dgm:prSet/>
      <dgm:spPr/>
      <dgm:t>
        <a:bodyPr/>
        <a:lstStyle/>
        <a:p>
          <a:endParaRPr lang="en-US"/>
        </a:p>
      </dgm:t>
    </dgm:pt>
    <dgm:pt modelId="{F3F86112-BE46-4519-A384-CFAED348B17C}" type="sibTrans" cxnId="{0AE4315B-C542-486B-A0E1-DFC778A5F69A}">
      <dgm:prSet/>
      <dgm:spPr/>
      <dgm:t>
        <a:bodyPr/>
        <a:lstStyle/>
        <a:p>
          <a:endParaRPr lang="en-US"/>
        </a:p>
      </dgm:t>
    </dgm:pt>
    <dgm:pt modelId="{0AA16FF5-B730-4AF2-84E5-C2876A3E3A5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Encoding categorical variables</a:t>
          </a:r>
        </a:p>
      </dgm:t>
    </dgm:pt>
    <dgm:pt modelId="{A973A7E9-65CB-4F07-8DF8-52E229E521D7}" type="parTrans" cxnId="{F677DE18-2F5F-45E7-8489-A8CBAB7CBB4E}">
      <dgm:prSet/>
      <dgm:spPr/>
      <dgm:t>
        <a:bodyPr/>
        <a:lstStyle/>
        <a:p>
          <a:endParaRPr lang="en-US"/>
        </a:p>
      </dgm:t>
    </dgm:pt>
    <dgm:pt modelId="{68964F98-5C19-47CD-B1BC-96355A41FA86}" type="sibTrans" cxnId="{F677DE18-2F5F-45E7-8489-A8CBAB7CBB4E}">
      <dgm:prSet/>
      <dgm:spPr/>
      <dgm:t>
        <a:bodyPr/>
        <a:lstStyle/>
        <a:p>
          <a:endParaRPr lang="en-US"/>
        </a:p>
      </dgm:t>
    </dgm:pt>
    <dgm:pt modelId="{0E0CC875-EDD4-4008-A62A-A33DFE88EE2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Handling high-cardinality merchant data</a:t>
          </a:r>
        </a:p>
      </dgm:t>
    </dgm:pt>
    <dgm:pt modelId="{1A40E416-7DCD-4527-9BAD-7D3B55352B1B}" type="parTrans" cxnId="{776DADD5-FF39-4950-BF6E-78431BEDFB09}">
      <dgm:prSet/>
      <dgm:spPr/>
      <dgm:t>
        <a:bodyPr/>
        <a:lstStyle/>
        <a:p>
          <a:endParaRPr lang="en-US"/>
        </a:p>
      </dgm:t>
    </dgm:pt>
    <dgm:pt modelId="{0E51E85C-7340-44F1-98EC-CA430D60D638}" type="sibTrans" cxnId="{776DADD5-FF39-4950-BF6E-78431BEDFB09}">
      <dgm:prSet/>
      <dgm:spPr/>
      <dgm:t>
        <a:bodyPr/>
        <a:lstStyle/>
        <a:p>
          <a:endParaRPr lang="en-US"/>
        </a:p>
      </dgm:t>
    </dgm:pt>
    <dgm:pt modelId="{62B5D359-ED48-4A33-A6C6-7C5A3474A92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Scaling numerical features</a:t>
          </a:r>
        </a:p>
      </dgm:t>
    </dgm:pt>
    <dgm:pt modelId="{CC167A65-F1A2-4959-BAB8-8D63E51091F0}" type="parTrans" cxnId="{DB84C644-6B66-4B57-93D0-CD027CF3B750}">
      <dgm:prSet/>
      <dgm:spPr/>
      <dgm:t>
        <a:bodyPr/>
        <a:lstStyle/>
        <a:p>
          <a:endParaRPr lang="en-US"/>
        </a:p>
      </dgm:t>
    </dgm:pt>
    <dgm:pt modelId="{3224636D-48E6-4FE4-935A-7CDDC4D1400C}" type="sibTrans" cxnId="{DB84C644-6B66-4B57-93D0-CD027CF3B750}">
      <dgm:prSet/>
      <dgm:spPr/>
      <dgm:t>
        <a:bodyPr/>
        <a:lstStyle/>
        <a:p>
          <a:endParaRPr lang="en-US"/>
        </a:p>
      </dgm:t>
    </dgm:pt>
    <dgm:pt modelId="{4173AABA-1260-497F-A542-60460E6465A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These steps ensured the data was clean, structured, and suitable for machine learning. </a:t>
          </a:r>
        </a:p>
      </dgm:t>
    </dgm:pt>
    <dgm:pt modelId="{6AF7B6F0-F4B5-4EC5-A8A6-7FB05D40C112}" type="parTrans" cxnId="{56A51580-F26E-4B06-9313-34DDB43C4ED1}">
      <dgm:prSet/>
      <dgm:spPr/>
      <dgm:t>
        <a:bodyPr/>
        <a:lstStyle/>
        <a:p>
          <a:endParaRPr lang="en-US"/>
        </a:p>
      </dgm:t>
    </dgm:pt>
    <dgm:pt modelId="{2EBA55ED-4F85-4F34-827B-6CEB811E3BD3}" type="sibTrans" cxnId="{56A51580-F26E-4B06-9313-34DDB43C4ED1}">
      <dgm:prSet/>
      <dgm:spPr/>
      <dgm:t>
        <a:bodyPr/>
        <a:lstStyle/>
        <a:p>
          <a:endParaRPr lang="en-US"/>
        </a:p>
      </dgm:t>
    </dgm:pt>
    <dgm:pt modelId="{CA0762CD-775A-4D05-BF3E-AB0F1BC13BF5}" type="pres">
      <dgm:prSet presAssocID="{0B74DCA4-5764-49B7-AA19-0480B2845FC6}" presName="root" presStyleCnt="0">
        <dgm:presLayoutVars>
          <dgm:dir/>
          <dgm:resizeHandles val="exact"/>
        </dgm:presLayoutVars>
      </dgm:prSet>
      <dgm:spPr/>
    </dgm:pt>
    <dgm:pt modelId="{BAAB9887-6636-46D8-8AFB-DBE51BAD35A0}" type="pres">
      <dgm:prSet presAssocID="{F18BC9AD-78EE-48E6-9F56-6E3868E0687B}" presName="compNode" presStyleCnt="0"/>
      <dgm:spPr/>
    </dgm:pt>
    <dgm:pt modelId="{512C12CD-D045-4D99-A09D-60F280274FAB}" type="pres">
      <dgm:prSet presAssocID="{F18BC9AD-78EE-48E6-9F56-6E3868E0687B}" presName="bgRect" presStyleLbl="bgShp" presStyleIdx="0" presStyleCnt="3"/>
      <dgm:spPr/>
    </dgm:pt>
    <dgm:pt modelId="{FE61337A-5D95-46D6-A17B-3B3ED7218B0C}" type="pres">
      <dgm:prSet presAssocID="{F18BC9AD-78EE-48E6-9F56-6E3868E0687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0FD3A4B-45CF-42E0-864B-75A421804DD5}" type="pres">
      <dgm:prSet presAssocID="{F18BC9AD-78EE-48E6-9F56-6E3868E0687B}" presName="spaceRect" presStyleCnt="0"/>
      <dgm:spPr/>
    </dgm:pt>
    <dgm:pt modelId="{2D11C7D2-77D1-47FA-869B-42B8C18AC369}" type="pres">
      <dgm:prSet presAssocID="{F18BC9AD-78EE-48E6-9F56-6E3868E0687B}" presName="parTx" presStyleLbl="revTx" presStyleIdx="0" presStyleCnt="4">
        <dgm:presLayoutVars>
          <dgm:chMax val="0"/>
          <dgm:chPref val="0"/>
        </dgm:presLayoutVars>
      </dgm:prSet>
      <dgm:spPr/>
    </dgm:pt>
    <dgm:pt modelId="{895873B1-1C26-49AC-9D3E-7597B8CCC17A}" type="pres">
      <dgm:prSet presAssocID="{10A77841-C264-484B-87A6-D13009B264C8}" presName="sibTrans" presStyleCnt="0"/>
      <dgm:spPr/>
    </dgm:pt>
    <dgm:pt modelId="{E2A3FD8A-C48A-40F8-AA05-286D33AED13C}" type="pres">
      <dgm:prSet presAssocID="{3A3A880C-F76A-41A3-A6B1-C38851A3F394}" presName="compNode" presStyleCnt="0"/>
      <dgm:spPr/>
    </dgm:pt>
    <dgm:pt modelId="{F3A60893-B625-4736-8317-D0CCD89BA176}" type="pres">
      <dgm:prSet presAssocID="{3A3A880C-F76A-41A3-A6B1-C38851A3F394}" presName="bgRect" presStyleLbl="bgShp" presStyleIdx="1" presStyleCnt="3"/>
      <dgm:spPr/>
    </dgm:pt>
    <dgm:pt modelId="{35685338-2AEC-4ACE-9F28-64A076FEBA78}" type="pres">
      <dgm:prSet presAssocID="{3A3A880C-F76A-41A3-A6B1-C38851A3F39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3234FC4D-8614-4BC0-B327-A09709C00D16}" type="pres">
      <dgm:prSet presAssocID="{3A3A880C-F76A-41A3-A6B1-C38851A3F394}" presName="spaceRect" presStyleCnt="0"/>
      <dgm:spPr/>
    </dgm:pt>
    <dgm:pt modelId="{E4892310-C863-4B84-8B9D-075524B2B8AE}" type="pres">
      <dgm:prSet presAssocID="{3A3A880C-F76A-41A3-A6B1-C38851A3F394}" presName="parTx" presStyleLbl="revTx" presStyleIdx="1" presStyleCnt="4">
        <dgm:presLayoutVars>
          <dgm:chMax val="0"/>
          <dgm:chPref val="0"/>
        </dgm:presLayoutVars>
      </dgm:prSet>
      <dgm:spPr/>
    </dgm:pt>
    <dgm:pt modelId="{3DEEA360-CF67-4BA4-951F-9B4FD7949684}" type="pres">
      <dgm:prSet presAssocID="{3A3A880C-F76A-41A3-A6B1-C38851A3F394}" presName="desTx" presStyleLbl="revTx" presStyleIdx="2" presStyleCnt="4">
        <dgm:presLayoutVars/>
      </dgm:prSet>
      <dgm:spPr/>
    </dgm:pt>
    <dgm:pt modelId="{F1AEA7EB-54E4-4D01-8DC6-82981D315B9E}" type="pres">
      <dgm:prSet presAssocID="{3D973656-ACDA-4949-9922-00B86AEC8CF5}" presName="sibTrans" presStyleCnt="0"/>
      <dgm:spPr/>
    </dgm:pt>
    <dgm:pt modelId="{95437C1B-0AA0-4639-AD46-EE82E10B3572}" type="pres">
      <dgm:prSet presAssocID="{4173AABA-1260-497F-A542-60460E6465A3}" presName="compNode" presStyleCnt="0"/>
      <dgm:spPr/>
    </dgm:pt>
    <dgm:pt modelId="{226248E6-4309-4815-8633-8188E86C49EB}" type="pres">
      <dgm:prSet presAssocID="{4173AABA-1260-497F-A542-60460E6465A3}" presName="bgRect" presStyleLbl="bgShp" presStyleIdx="2" presStyleCnt="3"/>
      <dgm:spPr/>
    </dgm:pt>
    <dgm:pt modelId="{E8D21C22-5D5D-4831-BB35-3E6EB24F11B1}" type="pres">
      <dgm:prSet presAssocID="{4173AABA-1260-497F-A542-60460E6465A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F9101FCB-CB89-446F-9D7B-0607A383FED3}" type="pres">
      <dgm:prSet presAssocID="{4173AABA-1260-497F-A542-60460E6465A3}" presName="spaceRect" presStyleCnt="0"/>
      <dgm:spPr/>
    </dgm:pt>
    <dgm:pt modelId="{6FD5E762-2615-45BC-A821-807A3286BE2D}" type="pres">
      <dgm:prSet presAssocID="{4173AABA-1260-497F-A542-60460E6465A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3A90A0C-1C15-4211-B1B0-94EE165AB3BC}" srcId="{0B74DCA4-5764-49B7-AA19-0480B2845FC6}" destId="{F18BC9AD-78EE-48E6-9F56-6E3868E0687B}" srcOrd="0" destOrd="0" parTransId="{097A6A24-0802-41D6-800C-E223DE245CA1}" sibTransId="{10A77841-C264-484B-87A6-D13009B264C8}"/>
    <dgm:cxn modelId="{F677DE18-2F5F-45E7-8489-A8CBAB7CBB4E}" srcId="{3A3A880C-F76A-41A3-A6B1-C38851A3F394}" destId="{0AA16FF5-B730-4AF2-84E5-C2876A3E3A57}" srcOrd="2" destOrd="0" parTransId="{A973A7E9-65CB-4F07-8DF8-52E229E521D7}" sibTransId="{68964F98-5C19-47CD-B1BC-96355A41FA86}"/>
    <dgm:cxn modelId="{2B08AB19-FBC2-4B41-AD5A-83A14D430532}" srcId="{0B74DCA4-5764-49B7-AA19-0480B2845FC6}" destId="{3A3A880C-F76A-41A3-A6B1-C38851A3F394}" srcOrd="1" destOrd="0" parTransId="{C4C57109-1FD3-4380-8B71-D79F6F424F50}" sibTransId="{3D973656-ACDA-4949-9922-00B86AEC8CF5}"/>
    <dgm:cxn modelId="{C6BA2C24-839B-46C4-856E-B4E5DAA6A2E8}" type="presOf" srcId="{0AA16FF5-B730-4AF2-84E5-C2876A3E3A57}" destId="{3DEEA360-CF67-4BA4-951F-9B4FD7949684}" srcOrd="0" destOrd="2" presId="urn:microsoft.com/office/officeart/2018/2/layout/IconVerticalSolidList"/>
    <dgm:cxn modelId="{0AE4315B-C542-486B-A0E1-DFC778A5F69A}" srcId="{3A3A880C-F76A-41A3-A6B1-C38851A3F394}" destId="{C01CC820-9AEF-4A54-A242-8B0F07FA2A76}" srcOrd="1" destOrd="0" parTransId="{828D8F00-48E9-4B4F-B809-BF1492DF3C40}" sibTransId="{F3F86112-BE46-4519-A384-CFAED348B17C}"/>
    <dgm:cxn modelId="{CA944044-CA7F-4513-8CC3-343FBA8AAADC}" type="presOf" srcId="{0E0CC875-EDD4-4008-A62A-A33DFE88EE27}" destId="{3DEEA360-CF67-4BA4-951F-9B4FD7949684}" srcOrd="0" destOrd="3" presId="urn:microsoft.com/office/officeart/2018/2/layout/IconVerticalSolidList"/>
    <dgm:cxn modelId="{02EF4C44-3FFB-45E7-B4E8-EA2F8E3BBDEE}" type="presOf" srcId="{DAD08442-E57B-4A25-9EBF-70777C0CAB95}" destId="{3DEEA360-CF67-4BA4-951F-9B4FD7949684}" srcOrd="0" destOrd="0" presId="urn:microsoft.com/office/officeart/2018/2/layout/IconVerticalSolidList"/>
    <dgm:cxn modelId="{DB84C644-6B66-4B57-93D0-CD027CF3B750}" srcId="{3A3A880C-F76A-41A3-A6B1-C38851A3F394}" destId="{62B5D359-ED48-4A33-A6C6-7C5A3474A92C}" srcOrd="4" destOrd="0" parTransId="{CC167A65-F1A2-4959-BAB8-8D63E51091F0}" sibTransId="{3224636D-48E6-4FE4-935A-7CDDC4D1400C}"/>
    <dgm:cxn modelId="{1624AB7B-0845-460F-81EA-53A655A29FEC}" type="presOf" srcId="{62B5D359-ED48-4A33-A6C6-7C5A3474A92C}" destId="{3DEEA360-CF67-4BA4-951F-9B4FD7949684}" srcOrd="0" destOrd="4" presId="urn:microsoft.com/office/officeart/2018/2/layout/IconVerticalSolidList"/>
    <dgm:cxn modelId="{56A51580-F26E-4B06-9313-34DDB43C4ED1}" srcId="{0B74DCA4-5764-49B7-AA19-0480B2845FC6}" destId="{4173AABA-1260-497F-A542-60460E6465A3}" srcOrd="2" destOrd="0" parTransId="{6AF7B6F0-F4B5-4EC5-A8A6-7FB05D40C112}" sibTransId="{2EBA55ED-4F85-4F34-827B-6CEB811E3BD3}"/>
    <dgm:cxn modelId="{A7BB4583-C515-4F38-8AF3-BD3FF9850135}" type="presOf" srcId="{C01CC820-9AEF-4A54-A242-8B0F07FA2A76}" destId="{3DEEA360-CF67-4BA4-951F-9B4FD7949684}" srcOrd="0" destOrd="1" presId="urn:microsoft.com/office/officeart/2018/2/layout/IconVerticalSolidList"/>
    <dgm:cxn modelId="{DBE7789A-3082-49A9-B47C-8598DB6E687C}" type="presOf" srcId="{3A3A880C-F76A-41A3-A6B1-C38851A3F394}" destId="{E4892310-C863-4B84-8B9D-075524B2B8AE}" srcOrd="0" destOrd="0" presId="urn:microsoft.com/office/officeart/2018/2/layout/IconVerticalSolidList"/>
    <dgm:cxn modelId="{3B76E8BC-FBF1-449A-9586-5D8CE4AAD1FC}" type="presOf" srcId="{4173AABA-1260-497F-A542-60460E6465A3}" destId="{6FD5E762-2615-45BC-A821-807A3286BE2D}" srcOrd="0" destOrd="0" presId="urn:microsoft.com/office/officeart/2018/2/layout/IconVerticalSolidList"/>
    <dgm:cxn modelId="{198E23C0-85EE-4252-AFC0-2BBE2135040C}" type="presOf" srcId="{F18BC9AD-78EE-48E6-9F56-6E3868E0687B}" destId="{2D11C7D2-77D1-47FA-869B-42B8C18AC369}" srcOrd="0" destOrd="0" presId="urn:microsoft.com/office/officeart/2018/2/layout/IconVerticalSolidList"/>
    <dgm:cxn modelId="{D51408C4-FB73-4EA8-8758-740DA0C9FA08}" srcId="{3A3A880C-F76A-41A3-A6B1-C38851A3F394}" destId="{DAD08442-E57B-4A25-9EBF-70777C0CAB95}" srcOrd="0" destOrd="0" parTransId="{F3BB2A52-5B42-4119-87EB-A74E9E20CD74}" sibTransId="{B6975FA0-D3A8-48A9-9917-59DB6241D6EA}"/>
    <dgm:cxn modelId="{776DADD5-FF39-4950-BF6E-78431BEDFB09}" srcId="{3A3A880C-F76A-41A3-A6B1-C38851A3F394}" destId="{0E0CC875-EDD4-4008-A62A-A33DFE88EE27}" srcOrd="3" destOrd="0" parTransId="{1A40E416-7DCD-4527-9BAD-7D3B55352B1B}" sibTransId="{0E51E85C-7340-44F1-98EC-CA430D60D638}"/>
    <dgm:cxn modelId="{B11C26E0-0B74-4453-95D0-104E66205BE8}" type="presOf" srcId="{0B74DCA4-5764-49B7-AA19-0480B2845FC6}" destId="{CA0762CD-775A-4D05-BF3E-AB0F1BC13BF5}" srcOrd="0" destOrd="0" presId="urn:microsoft.com/office/officeart/2018/2/layout/IconVerticalSolidList"/>
    <dgm:cxn modelId="{A725CA03-CFF8-42C5-84AD-EB947F03BC2B}" type="presParOf" srcId="{CA0762CD-775A-4D05-BF3E-AB0F1BC13BF5}" destId="{BAAB9887-6636-46D8-8AFB-DBE51BAD35A0}" srcOrd="0" destOrd="0" presId="urn:microsoft.com/office/officeart/2018/2/layout/IconVerticalSolidList"/>
    <dgm:cxn modelId="{01ABEC04-7053-458D-8452-85EB6174CC39}" type="presParOf" srcId="{BAAB9887-6636-46D8-8AFB-DBE51BAD35A0}" destId="{512C12CD-D045-4D99-A09D-60F280274FAB}" srcOrd="0" destOrd="0" presId="urn:microsoft.com/office/officeart/2018/2/layout/IconVerticalSolidList"/>
    <dgm:cxn modelId="{7C457EC8-F8CC-4D95-B68D-D7EDF59FE970}" type="presParOf" srcId="{BAAB9887-6636-46D8-8AFB-DBE51BAD35A0}" destId="{FE61337A-5D95-46D6-A17B-3B3ED7218B0C}" srcOrd="1" destOrd="0" presId="urn:microsoft.com/office/officeart/2018/2/layout/IconVerticalSolidList"/>
    <dgm:cxn modelId="{917B98AF-7A74-496B-91F9-88698E8A96AE}" type="presParOf" srcId="{BAAB9887-6636-46D8-8AFB-DBE51BAD35A0}" destId="{60FD3A4B-45CF-42E0-864B-75A421804DD5}" srcOrd="2" destOrd="0" presId="urn:microsoft.com/office/officeart/2018/2/layout/IconVerticalSolidList"/>
    <dgm:cxn modelId="{0218B3CC-C5F7-43BB-A5AF-5925C7E6F379}" type="presParOf" srcId="{BAAB9887-6636-46D8-8AFB-DBE51BAD35A0}" destId="{2D11C7D2-77D1-47FA-869B-42B8C18AC369}" srcOrd="3" destOrd="0" presId="urn:microsoft.com/office/officeart/2018/2/layout/IconVerticalSolidList"/>
    <dgm:cxn modelId="{BE72A1D3-5928-4459-AE90-D82912315BF0}" type="presParOf" srcId="{CA0762CD-775A-4D05-BF3E-AB0F1BC13BF5}" destId="{895873B1-1C26-49AC-9D3E-7597B8CCC17A}" srcOrd="1" destOrd="0" presId="urn:microsoft.com/office/officeart/2018/2/layout/IconVerticalSolidList"/>
    <dgm:cxn modelId="{981E0EEA-C143-415F-ABB0-61F446D8DD99}" type="presParOf" srcId="{CA0762CD-775A-4D05-BF3E-AB0F1BC13BF5}" destId="{E2A3FD8A-C48A-40F8-AA05-286D33AED13C}" srcOrd="2" destOrd="0" presId="urn:microsoft.com/office/officeart/2018/2/layout/IconVerticalSolidList"/>
    <dgm:cxn modelId="{353C5E6D-C1A7-48D0-9883-5182D14DC4A2}" type="presParOf" srcId="{E2A3FD8A-C48A-40F8-AA05-286D33AED13C}" destId="{F3A60893-B625-4736-8317-D0CCD89BA176}" srcOrd="0" destOrd="0" presId="urn:microsoft.com/office/officeart/2018/2/layout/IconVerticalSolidList"/>
    <dgm:cxn modelId="{91CCEC10-265A-4CF7-B540-D57CFB4DBCBB}" type="presParOf" srcId="{E2A3FD8A-C48A-40F8-AA05-286D33AED13C}" destId="{35685338-2AEC-4ACE-9F28-64A076FEBA78}" srcOrd="1" destOrd="0" presId="urn:microsoft.com/office/officeart/2018/2/layout/IconVerticalSolidList"/>
    <dgm:cxn modelId="{B27FAF88-7BA6-4D1D-BEE4-FAAE9F2B7D80}" type="presParOf" srcId="{E2A3FD8A-C48A-40F8-AA05-286D33AED13C}" destId="{3234FC4D-8614-4BC0-B327-A09709C00D16}" srcOrd="2" destOrd="0" presId="urn:microsoft.com/office/officeart/2018/2/layout/IconVerticalSolidList"/>
    <dgm:cxn modelId="{4A5C8BD8-2CE5-4388-99A6-4FF0BBFDA6C5}" type="presParOf" srcId="{E2A3FD8A-C48A-40F8-AA05-286D33AED13C}" destId="{E4892310-C863-4B84-8B9D-075524B2B8AE}" srcOrd="3" destOrd="0" presId="urn:microsoft.com/office/officeart/2018/2/layout/IconVerticalSolidList"/>
    <dgm:cxn modelId="{AF0293DF-B39C-4F34-A231-D8D7826C56D6}" type="presParOf" srcId="{E2A3FD8A-C48A-40F8-AA05-286D33AED13C}" destId="{3DEEA360-CF67-4BA4-951F-9B4FD7949684}" srcOrd="4" destOrd="0" presId="urn:microsoft.com/office/officeart/2018/2/layout/IconVerticalSolidList"/>
    <dgm:cxn modelId="{7629DC02-9A34-4D6F-B8A5-44C580630B80}" type="presParOf" srcId="{CA0762CD-775A-4D05-BF3E-AB0F1BC13BF5}" destId="{F1AEA7EB-54E4-4D01-8DC6-82981D315B9E}" srcOrd="3" destOrd="0" presId="urn:microsoft.com/office/officeart/2018/2/layout/IconVerticalSolidList"/>
    <dgm:cxn modelId="{BA0CA17B-C021-4EE5-A0AC-464F5C15C57F}" type="presParOf" srcId="{CA0762CD-775A-4D05-BF3E-AB0F1BC13BF5}" destId="{95437C1B-0AA0-4639-AD46-EE82E10B3572}" srcOrd="4" destOrd="0" presId="urn:microsoft.com/office/officeart/2018/2/layout/IconVerticalSolidList"/>
    <dgm:cxn modelId="{BE429131-1337-42DC-AAB9-29477D9737CE}" type="presParOf" srcId="{95437C1B-0AA0-4639-AD46-EE82E10B3572}" destId="{226248E6-4309-4815-8633-8188E86C49EB}" srcOrd="0" destOrd="0" presId="urn:microsoft.com/office/officeart/2018/2/layout/IconVerticalSolidList"/>
    <dgm:cxn modelId="{119DFF36-6E06-4AA2-B7D4-7089467C1CE1}" type="presParOf" srcId="{95437C1B-0AA0-4639-AD46-EE82E10B3572}" destId="{E8D21C22-5D5D-4831-BB35-3E6EB24F11B1}" srcOrd="1" destOrd="0" presId="urn:microsoft.com/office/officeart/2018/2/layout/IconVerticalSolidList"/>
    <dgm:cxn modelId="{AA6DA03F-5C2C-4C54-B1D5-DC7B17EB8F22}" type="presParOf" srcId="{95437C1B-0AA0-4639-AD46-EE82E10B3572}" destId="{F9101FCB-CB89-446F-9D7B-0607A383FED3}" srcOrd="2" destOrd="0" presId="urn:microsoft.com/office/officeart/2018/2/layout/IconVerticalSolidList"/>
    <dgm:cxn modelId="{EEB9069D-1F30-475C-8D74-6A205C590D99}" type="presParOf" srcId="{95437C1B-0AA0-4639-AD46-EE82E10B3572}" destId="{6FD5E762-2615-45BC-A821-807A3286BE2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54CAFA5-C9F7-486B-BD93-6B08A747012B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3291FAE-D8C1-42E2-A879-1B0DFAA97368}">
      <dgm:prSet/>
      <dgm:spPr/>
      <dgm:t>
        <a:bodyPr/>
        <a:lstStyle/>
        <a:p>
          <a:r>
            <a:rPr lang="en-US"/>
            <a:t>Exploratory analysis revealed important spending patterns</a:t>
          </a:r>
        </a:p>
      </dgm:t>
    </dgm:pt>
    <dgm:pt modelId="{FA6B0CD8-CD1C-4D86-9EF3-59AD151DA973}" type="parTrans" cxnId="{A3DB6847-BEEF-454C-9EA3-7CA7625F23B9}">
      <dgm:prSet/>
      <dgm:spPr/>
      <dgm:t>
        <a:bodyPr/>
        <a:lstStyle/>
        <a:p>
          <a:endParaRPr lang="en-US"/>
        </a:p>
      </dgm:t>
    </dgm:pt>
    <dgm:pt modelId="{C11FB924-BD45-438E-8534-66EC4A7B2BFE}" type="sibTrans" cxnId="{A3DB6847-BEEF-454C-9EA3-7CA7625F23B9}">
      <dgm:prSet/>
      <dgm:spPr/>
      <dgm:t>
        <a:bodyPr/>
        <a:lstStyle/>
        <a:p>
          <a:endParaRPr lang="en-US"/>
        </a:p>
      </dgm:t>
    </dgm:pt>
    <dgm:pt modelId="{3D3788C8-A44C-4284-98E3-778C22420FBF}">
      <dgm:prSet/>
      <dgm:spPr/>
      <dgm:t>
        <a:bodyPr/>
        <a:lstStyle/>
        <a:p>
          <a:r>
            <a:rPr lang="en-US"/>
            <a:t>Key observations included:</a:t>
          </a:r>
        </a:p>
      </dgm:t>
    </dgm:pt>
    <dgm:pt modelId="{0ED6FC71-3F83-49C2-88C0-C3B098A07558}" type="parTrans" cxnId="{D5131CAE-0265-4E89-87B2-A059BF1E6D34}">
      <dgm:prSet/>
      <dgm:spPr/>
      <dgm:t>
        <a:bodyPr/>
        <a:lstStyle/>
        <a:p>
          <a:endParaRPr lang="en-US"/>
        </a:p>
      </dgm:t>
    </dgm:pt>
    <dgm:pt modelId="{C75A6DB4-B217-4192-8613-B5138B0B67E6}" type="sibTrans" cxnId="{D5131CAE-0265-4E89-87B2-A059BF1E6D34}">
      <dgm:prSet/>
      <dgm:spPr/>
      <dgm:t>
        <a:bodyPr/>
        <a:lstStyle/>
        <a:p>
          <a:endParaRPr lang="en-US"/>
        </a:p>
      </dgm:t>
    </dgm:pt>
    <dgm:pt modelId="{D07DE28B-3808-4B89-B82D-5F725F5169EC}">
      <dgm:prSet/>
      <dgm:spPr/>
      <dgm:t>
        <a:bodyPr/>
        <a:lstStyle/>
        <a:p>
          <a:r>
            <a:rPr lang="en-US"/>
            <a:t>Transaction values are right-skewed</a:t>
          </a:r>
        </a:p>
      </dgm:t>
    </dgm:pt>
    <dgm:pt modelId="{1A1AD204-EB9C-4845-A5BD-DB0A79E942BE}" type="parTrans" cxnId="{2C2F0FE0-4A5B-440F-9860-3C40C12C1F72}">
      <dgm:prSet/>
      <dgm:spPr/>
      <dgm:t>
        <a:bodyPr/>
        <a:lstStyle/>
        <a:p>
          <a:endParaRPr lang="en-US"/>
        </a:p>
      </dgm:t>
    </dgm:pt>
    <dgm:pt modelId="{5BE44BCD-C6FB-451D-96E4-C67581EFEAAA}" type="sibTrans" cxnId="{2C2F0FE0-4A5B-440F-9860-3C40C12C1F72}">
      <dgm:prSet/>
      <dgm:spPr/>
      <dgm:t>
        <a:bodyPr/>
        <a:lstStyle/>
        <a:p>
          <a:endParaRPr lang="en-US"/>
        </a:p>
      </dgm:t>
    </dgm:pt>
    <dgm:pt modelId="{EDEDE840-F6B2-4AB9-A8DB-FC70EE1F53D5}">
      <dgm:prSet/>
      <dgm:spPr/>
      <dgm:t>
        <a:bodyPr/>
        <a:lstStyle/>
        <a:p>
          <a:r>
            <a:rPr lang="en-US"/>
            <a:t>Most purchases fall into small-to-medium price ranges</a:t>
          </a:r>
        </a:p>
      </dgm:t>
    </dgm:pt>
    <dgm:pt modelId="{6A5ABF39-CEAA-4A9B-8FC3-CE07FBFE22FA}" type="parTrans" cxnId="{FB023EAB-A55F-42FB-9E57-957A0A380191}">
      <dgm:prSet/>
      <dgm:spPr/>
      <dgm:t>
        <a:bodyPr/>
        <a:lstStyle/>
        <a:p>
          <a:endParaRPr lang="en-US"/>
        </a:p>
      </dgm:t>
    </dgm:pt>
    <dgm:pt modelId="{0F55744A-FF8A-4315-B07F-C5B631DEE124}" type="sibTrans" cxnId="{FB023EAB-A55F-42FB-9E57-957A0A380191}">
      <dgm:prSet/>
      <dgm:spPr/>
      <dgm:t>
        <a:bodyPr/>
        <a:lstStyle/>
        <a:p>
          <a:endParaRPr lang="en-US"/>
        </a:p>
      </dgm:t>
    </dgm:pt>
    <dgm:pt modelId="{8EEECC53-8FCE-43FC-8EED-D472C06800D3}">
      <dgm:prSet/>
      <dgm:spPr/>
      <dgm:t>
        <a:bodyPr/>
        <a:lstStyle/>
        <a:p>
          <a:r>
            <a:rPr lang="en-US"/>
            <a:t>A small number of categories account for most spending</a:t>
          </a:r>
        </a:p>
      </dgm:t>
    </dgm:pt>
    <dgm:pt modelId="{7B7DB92E-8FA4-4DEB-8D21-DAC38A2424CF}" type="parTrans" cxnId="{D828D2E2-49AE-4B73-8DF4-08727C8E868D}">
      <dgm:prSet/>
      <dgm:spPr/>
      <dgm:t>
        <a:bodyPr/>
        <a:lstStyle/>
        <a:p>
          <a:endParaRPr lang="en-US"/>
        </a:p>
      </dgm:t>
    </dgm:pt>
    <dgm:pt modelId="{3117C0D1-FEB3-432D-B1C8-4AEA71553BFA}" type="sibTrans" cxnId="{D828D2E2-49AE-4B73-8DF4-08727C8E868D}">
      <dgm:prSet/>
      <dgm:spPr/>
      <dgm:t>
        <a:bodyPr/>
        <a:lstStyle/>
        <a:p>
          <a:endParaRPr lang="en-US"/>
        </a:p>
      </dgm:t>
    </dgm:pt>
    <dgm:pt modelId="{7033FF3D-544E-48A6-A9BC-54A20DC93A46}">
      <dgm:prSet/>
      <dgm:spPr/>
      <dgm:t>
        <a:bodyPr/>
        <a:lstStyle/>
        <a:p>
          <a:r>
            <a:rPr lang="en-US"/>
            <a:t>This suggests that spending behavior is highly uneven across categories</a:t>
          </a:r>
        </a:p>
      </dgm:t>
    </dgm:pt>
    <dgm:pt modelId="{0363CE96-221C-479F-8818-144D2CAB9426}" type="parTrans" cxnId="{B2169A3F-D6AD-4161-9EAB-5B03D75A5991}">
      <dgm:prSet/>
      <dgm:spPr/>
      <dgm:t>
        <a:bodyPr/>
        <a:lstStyle/>
        <a:p>
          <a:endParaRPr lang="en-US"/>
        </a:p>
      </dgm:t>
    </dgm:pt>
    <dgm:pt modelId="{AA3F619F-7F66-48CC-B262-A36D344F277A}" type="sibTrans" cxnId="{B2169A3F-D6AD-4161-9EAB-5B03D75A5991}">
      <dgm:prSet/>
      <dgm:spPr/>
      <dgm:t>
        <a:bodyPr/>
        <a:lstStyle/>
        <a:p>
          <a:endParaRPr lang="en-US"/>
        </a:p>
      </dgm:t>
    </dgm:pt>
    <dgm:pt modelId="{CA5AA3F7-7613-4E10-AD8C-1DD8EEA0B81E}" type="pres">
      <dgm:prSet presAssocID="{F54CAFA5-C9F7-486B-BD93-6B08A747012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4C97F4E-F449-43F4-B00F-61E203B63EAE}" type="pres">
      <dgm:prSet presAssocID="{D3291FAE-D8C1-42E2-A879-1B0DFAA97368}" presName="hierRoot1" presStyleCnt="0"/>
      <dgm:spPr/>
    </dgm:pt>
    <dgm:pt modelId="{6A743CFF-60C4-4B38-88C9-617B53B23A5D}" type="pres">
      <dgm:prSet presAssocID="{D3291FAE-D8C1-42E2-A879-1B0DFAA97368}" presName="composite" presStyleCnt="0"/>
      <dgm:spPr/>
    </dgm:pt>
    <dgm:pt modelId="{F7675482-A1A5-4857-9101-33C409A27391}" type="pres">
      <dgm:prSet presAssocID="{D3291FAE-D8C1-42E2-A879-1B0DFAA97368}" presName="background" presStyleLbl="node0" presStyleIdx="0" presStyleCnt="3"/>
      <dgm:spPr/>
    </dgm:pt>
    <dgm:pt modelId="{60C8B53F-72DA-406F-9AF4-AAC64720F72C}" type="pres">
      <dgm:prSet presAssocID="{D3291FAE-D8C1-42E2-A879-1B0DFAA97368}" presName="text" presStyleLbl="fgAcc0" presStyleIdx="0" presStyleCnt="3">
        <dgm:presLayoutVars>
          <dgm:chPref val="3"/>
        </dgm:presLayoutVars>
      </dgm:prSet>
      <dgm:spPr/>
    </dgm:pt>
    <dgm:pt modelId="{38EC8B9F-E82B-461B-99CE-27A7DF1B6D7D}" type="pres">
      <dgm:prSet presAssocID="{D3291FAE-D8C1-42E2-A879-1B0DFAA97368}" presName="hierChild2" presStyleCnt="0"/>
      <dgm:spPr/>
    </dgm:pt>
    <dgm:pt modelId="{091B5B68-F8CF-41A4-9A63-408026A5C963}" type="pres">
      <dgm:prSet presAssocID="{3D3788C8-A44C-4284-98E3-778C22420FBF}" presName="hierRoot1" presStyleCnt="0"/>
      <dgm:spPr/>
    </dgm:pt>
    <dgm:pt modelId="{8EB1F244-CA3E-41AD-B4B1-4E4EED467253}" type="pres">
      <dgm:prSet presAssocID="{3D3788C8-A44C-4284-98E3-778C22420FBF}" presName="composite" presStyleCnt="0"/>
      <dgm:spPr/>
    </dgm:pt>
    <dgm:pt modelId="{B0450D54-CC38-49FF-99F3-1F9BCD02A48F}" type="pres">
      <dgm:prSet presAssocID="{3D3788C8-A44C-4284-98E3-778C22420FBF}" presName="background" presStyleLbl="node0" presStyleIdx="1" presStyleCnt="3"/>
      <dgm:spPr/>
    </dgm:pt>
    <dgm:pt modelId="{965B9B3A-F003-4B4B-A9F6-1A290E5A0698}" type="pres">
      <dgm:prSet presAssocID="{3D3788C8-A44C-4284-98E3-778C22420FBF}" presName="text" presStyleLbl="fgAcc0" presStyleIdx="1" presStyleCnt="3">
        <dgm:presLayoutVars>
          <dgm:chPref val="3"/>
        </dgm:presLayoutVars>
      </dgm:prSet>
      <dgm:spPr/>
    </dgm:pt>
    <dgm:pt modelId="{80610E19-7B6F-455F-B325-C887B6CDFCD3}" type="pres">
      <dgm:prSet presAssocID="{3D3788C8-A44C-4284-98E3-778C22420FBF}" presName="hierChild2" presStyleCnt="0"/>
      <dgm:spPr/>
    </dgm:pt>
    <dgm:pt modelId="{2B8B7B03-0C64-4C10-9028-EA6B42FAF1B8}" type="pres">
      <dgm:prSet presAssocID="{1A1AD204-EB9C-4845-A5BD-DB0A79E942BE}" presName="Name10" presStyleLbl="parChTrans1D2" presStyleIdx="0" presStyleCnt="3"/>
      <dgm:spPr/>
    </dgm:pt>
    <dgm:pt modelId="{E50271CF-384B-4C60-B487-92A14AEE7272}" type="pres">
      <dgm:prSet presAssocID="{D07DE28B-3808-4B89-B82D-5F725F5169EC}" presName="hierRoot2" presStyleCnt="0"/>
      <dgm:spPr/>
    </dgm:pt>
    <dgm:pt modelId="{274F716D-46CD-47FC-8633-067CE7975B07}" type="pres">
      <dgm:prSet presAssocID="{D07DE28B-3808-4B89-B82D-5F725F5169EC}" presName="composite2" presStyleCnt="0"/>
      <dgm:spPr/>
    </dgm:pt>
    <dgm:pt modelId="{266E9DD4-E64F-4DEB-9C6B-C75C34DD61B7}" type="pres">
      <dgm:prSet presAssocID="{D07DE28B-3808-4B89-B82D-5F725F5169EC}" presName="background2" presStyleLbl="node2" presStyleIdx="0" presStyleCnt="3"/>
      <dgm:spPr/>
    </dgm:pt>
    <dgm:pt modelId="{E4EB4FC1-4D31-48A2-8D0F-0EFF07F47686}" type="pres">
      <dgm:prSet presAssocID="{D07DE28B-3808-4B89-B82D-5F725F5169EC}" presName="text2" presStyleLbl="fgAcc2" presStyleIdx="0" presStyleCnt="3">
        <dgm:presLayoutVars>
          <dgm:chPref val="3"/>
        </dgm:presLayoutVars>
      </dgm:prSet>
      <dgm:spPr/>
    </dgm:pt>
    <dgm:pt modelId="{589877C5-4DCA-43EE-9D47-E92E79C2CD77}" type="pres">
      <dgm:prSet presAssocID="{D07DE28B-3808-4B89-B82D-5F725F5169EC}" presName="hierChild3" presStyleCnt="0"/>
      <dgm:spPr/>
    </dgm:pt>
    <dgm:pt modelId="{116D0C6F-CCCF-4B89-B8B4-8D05EAF4B026}" type="pres">
      <dgm:prSet presAssocID="{6A5ABF39-CEAA-4A9B-8FC3-CE07FBFE22FA}" presName="Name10" presStyleLbl="parChTrans1D2" presStyleIdx="1" presStyleCnt="3"/>
      <dgm:spPr/>
    </dgm:pt>
    <dgm:pt modelId="{041A65BE-0474-4E3C-AD17-E3F8E39F7DF3}" type="pres">
      <dgm:prSet presAssocID="{EDEDE840-F6B2-4AB9-A8DB-FC70EE1F53D5}" presName="hierRoot2" presStyleCnt="0"/>
      <dgm:spPr/>
    </dgm:pt>
    <dgm:pt modelId="{3F515B40-37AD-40BB-B9E7-FF45218AB1E0}" type="pres">
      <dgm:prSet presAssocID="{EDEDE840-F6B2-4AB9-A8DB-FC70EE1F53D5}" presName="composite2" presStyleCnt="0"/>
      <dgm:spPr/>
    </dgm:pt>
    <dgm:pt modelId="{3D8C3CDD-F84F-4F43-8D1D-10910A99DA7B}" type="pres">
      <dgm:prSet presAssocID="{EDEDE840-F6B2-4AB9-A8DB-FC70EE1F53D5}" presName="background2" presStyleLbl="node2" presStyleIdx="1" presStyleCnt="3"/>
      <dgm:spPr/>
    </dgm:pt>
    <dgm:pt modelId="{66E6D701-4519-4688-BE49-3316BDBF0127}" type="pres">
      <dgm:prSet presAssocID="{EDEDE840-F6B2-4AB9-A8DB-FC70EE1F53D5}" presName="text2" presStyleLbl="fgAcc2" presStyleIdx="1" presStyleCnt="3">
        <dgm:presLayoutVars>
          <dgm:chPref val="3"/>
        </dgm:presLayoutVars>
      </dgm:prSet>
      <dgm:spPr/>
    </dgm:pt>
    <dgm:pt modelId="{25166F49-7E52-4FED-B88E-555C82F9F3D9}" type="pres">
      <dgm:prSet presAssocID="{EDEDE840-F6B2-4AB9-A8DB-FC70EE1F53D5}" presName="hierChild3" presStyleCnt="0"/>
      <dgm:spPr/>
    </dgm:pt>
    <dgm:pt modelId="{963FFDE7-B90A-41A2-9A20-84269BA9A982}" type="pres">
      <dgm:prSet presAssocID="{7B7DB92E-8FA4-4DEB-8D21-DAC38A2424CF}" presName="Name10" presStyleLbl="parChTrans1D2" presStyleIdx="2" presStyleCnt="3"/>
      <dgm:spPr/>
    </dgm:pt>
    <dgm:pt modelId="{92448886-53DD-4E5A-88E6-69D44B7F544D}" type="pres">
      <dgm:prSet presAssocID="{8EEECC53-8FCE-43FC-8EED-D472C06800D3}" presName="hierRoot2" presStyleCnt="0"/>
      <dgm:spPr/>
    </dgm:pt>
    <dgm:pt modelId="{05F0C974-22B0-43FD-8902-C9A3695713CA}" type="pres">
      <dgm:prSet presAssocID="{8EEECC53-8FCE-43FC-8EED-D472C06800D3}" presName="composite2" presStyleCnt="0"/>
      <dgm:spPr/>
    </dgm:pt>
    <dgm:pt modelId="{82B53482-F73F-429B-9475-5DD0772EEFF9}" type="pres">
      <dgm:prSet presAssocID="{8EEECC53-8FCE-43FC-8EED-D472C06800D3}" presName="background2" presStyleLbl="node2" presStyleIdx="2" presStyleCnt="3"/>
      <dgm:spPr/>
    </dgm:pt>
    <dgm:pt modelId="{88F07A71-1877-4968-8908-416CC41816A2}" type="pres">
      <dgm:prSet presAssocID="{8EEECC53-8FCE-43FC-8EED-D472C06800D3}" presName="text2" presStyleLbl="fgAcc2" presStyleIdx="2" presStyleCnt="3">
        <dgm:presLayoutVars>
          <dgm:chPref val="3"/>
        </dgm:presLayoutVars>
      </dgm:prSet>
      <dgm:spPr/>
    </dgm:pt>
    <dgm:pt modelId="{FB62BFF8-C214-4B08-9322-2727CE40A5D5}" type="pres">
      <dgm:prSet presAssocID="{8EEECC53-8FCE-43FC-8EED-D472C06800D3}" presName="hierChild3" presStyleCnt="0"/>
      <dgm:spPr/>
    </dgm:pt>
    <dgm:pt modelId="{DB7AEDFF-AF44-499F-8A7E-4730D1C80F9A}" type="pres">
      <dgm:prSet presAssocID="{7033FF3D-544E-48A6-A9BC-54A20DC93A46}" presName="hierRoot1" presStyleCnt="0"/>
      <dgm:spPr/>
    </dgm:pt>
    <dgm:pt modelId="{2F386E5C-8BDE-4DE4-8F23-AAE2B97A7516}" type="pres">
      <dgm:prSet presAssocID="{7033FF3D-544E-48A6-A9BC-54A20DC93A46}" presName="composite" presStyleCnt="0"/>
      <dgm:spPr/>
    </dgm:pt>
    <dgm:pt modelId="{2AD5DA7F-C0A5-4BAB-9998-8D3E5021CE58}" type="pres">
      <dgm:prSet presAssocID="{7033FF3D-544E-48A6-A9BC-54A20DC93A46}" presName="background" presStyleLbl="node0" presStyleIdx="2" presStyleCnt="3"/>
      <dgm:spPr/>
    </dgm:pt>
    <dgm:pt modelId="{0B0F0A46-24C2-4DB6-B63A-89315175B3E3}" type="pres">
      <dgm:prSet presAssocID="{7033FF3D-544E-48A6-A9BC-54A20DC93A46}" presName="text" presStyleLbl="fgAcc0" presStyleIdx="2" presStyleCnt="3">
        <dgm:presLayoutVars>
          <dgm:chPref val="3"/>
        </dgm:presLayoutVars>
      </dgm:prSet>
      <dgm:spPr/>
    </dgm:pt>
    <dgm:pt modelId="{E7817A38-EE6F-4FEB-AB6C-C73F40B5C124}" type="pres">
      <dgm:prSet presAssocID="{7033FF3D-544E-48A6-A9BC-54A20DC93A46}" presName="hierChild2" presStyleCnt="0"/>
      <dgm:spPr/>
    </dgm:pt>
  </dgm:ptLst>
  <dgm:cxnLst>
    <dgm:cxn modelId="{86F21511-DA31-4248-A876-E3DEE1B2C7B6}" type="presOf" srcId="{1A1AD204-EB9C-4845-A5BD-DB0A79E942BE}" destId="{2B8B7B03-0C64-4C10-9028-EA6B42FAF1B8}" srcOrd="0" destOrd="0" presId="urn:microsoft.com/office/officeart/2005/8/layout/hierarchy1"/>
    <dgm:cxn modelId="{12CF0316-4CC6-4DE1-827F-1BBA89452236}" type="presOf" srcId="{3D3788C8-A44C-4284-98E3-778C22420FBF}" destId="{965B9B3A-F003-4B4B-A9F6-1A290E5A0698}" srcOrd="0" destOrd="0" presId="urn:microsoft.com/office/officeart/2005/8/layout/hierarchy1"/>
    <dgm:cxn modelId="{BFF54F2C-A313-48F0-994C-E384EC46E813}" type="presOf" srcId="{7033FF3D-544E-48A6-A9BC-54A20DC93A46}" destId="{0B0F0A46-24C2-4DB6-B63A-89315175B3E3}" srcOrd="0" destOrd="0" presId="urn:microsoft.com/office/officeart/2005/8/layout/hierarchy1"/>
    <dgm:cxn modelId="{B2169A3F-D6AD-4161-9EAB-5B03D75A5991}" srcId="{F54CAFA5-C9F7-486B-BD93-6B08A747012B}" destId="{7033FF3D-544E-48A6-A9BC-54A20DC93A46}" srcOrd="2" destOrd="0" parTransId="{0363CE96-221C-479F-8818-144D2CAB9426}" sibTransId="{AA3F619F-7F66-48CC-B262-A36D344F277A}"/>
    <dgm:cxn modelId="{A3DB6847-BEEF-454C-9EA3-7CA7625F23B9}" srcId="{F54CAFA5-C9F7-486B-BD93-6B08A747012B}" destId="{D3291FAE-D8C1-42E2-A879-1B0DFAA97368}" srcOrd="0" destOrd="0" parTransId="{FA6B0CD8-CD1C-4D86-9EF3-59AD151DA973}" sibTransId="{C11FB924-BD45-438E-8534-66EC4A7B2BFE}"/>
    <dgm:cxn modelId="{8432F851-6EFD-4D7A-89E7-99D74AC94A06}" type="presOf" srcId="{7B7DB92E-8FA4-4DEB-8D21-DAC38A2424CF}" destId="{963FFDE7-B90A-41A2-9A20-84269BA9A982}" srcOrd="0" destOrd="0" presId="urn:microsoft.com/office/officeart/2005/8/layout/hierarchy1"/>
    <dgm:cxn modelId="{DD45B373-0889-45AC-A150-88547D66BC9F}" type="presOf" srcId="{6A5ABF39-CEAA-4A9B-8FC3-CE07FBFE22FA}" destId="{116D0C6F-CCCF-4B89-B8B4-8D05EAF4B026}" srcOrd="0" destOrd="0" presId="urn:microsoft.com/office/officeart/2005/8/layout/hierarchy1"/>
    <dgm:cxn modelId="{7068A59F-A938-42C5-AC0F-C72C255C47C5}" type="presOf" srcId="{F54CAFA5-C9F7-486B-BD93-6B08A747012B}" destId="{CA5AA3F7-7613-4E10-AD8C-1DD8EEA0B81E}" srcOrd="0" destOrd="0" presId="urn:microsoft.com/office/officeart/2005/8/layout/hierarchy1"/>
    <dgm:cxn modelId="{FB023EAB-A55F-42FB-9E57-957A0A380191}" srcId="{3D3788C8-A44C-4284-98E3-778C22420FBF}" destId="{EDEDE840-F6B2-4AB9-A8DB-FC70EE1F53D5}" srcOrd="1" destOrd="0" parTransId="{6A5ABF39-CEAA-4A9B-8FC3-CE07FBFE22FA}" sibTransId="{0F55744A-FF8A-4315-B07F-C5B631DEE124}"/>
    <dgm:cxn modelId="{D5131CAE-0265-4E89-87B2-A059BF1E6D34}" srcId="{F54CAFA5-C9F7-486B-BD93-6B08A747012B}" destId="{3D3788C8-A44C-4284-98E3-778C22420FBF}" srcOrd="1" destOrd="0" parTransId="{0ED6FC71-3F83-49C2-88C0-C3B098A07558}" sibTransId="{C75A6DB4-B217-4192-8613-B5138B0B67E6}"/>
    <dgm:cxn modelId="{148C31B9-17E1-4052-B461-56E4EE1BFD3A}" type="presOf" srcId="{D07DE28B-3808-4B89-B82D-5F725F5169EC}" destId="{E4EB4FC1-4D31-48A2-8D0F-0EFF07F47686}" srcOrd="0" destOrd="0" presId="urn:microsoft.com/office/officeart/2005/8/layout/hierarchy1"/>
    <dgm:cxn modelId="{C9A77EBB-4F40-4BB9-A17D-ACA5925A3F77}" type="presOf" srcId="{D3291FAE-D8C1-42E2-A879-1B0DFAA97368}" destId="{60C8B53F-72DA-406F-9AF4-AAC64720F72C}" srcOrd="0" destOrd="0" presId="urn:microsoft.com/office/officeart/2005/8/layout/hierarchy1"/>
    <dgm:cxn modelId="{BF48CBBF-9EFF-4249-8B04-1AFE77F1039A}" type="presOf" srcId="{EDEDE840-F6B2-4AB9-A8DB-FC70EE1F53D5}" destId="{66E6D701-4519-4688-BE49-3316BDBF0127}" srcOrd="0" destOrd="0" presId="urn:microsoft.com/office/officeart/2005/8/layout/hierarchy1"/>
    <dgm:cxn modelId="{CB597ED3-86DC-4507-B661-7040BA07B312}" type="presOf" srcId="{8EEECC53-8FCE-43FC-8EED-D472C06800D3}" destId="{88F07A71-1877-4968-8908-416CC41816A2}" srcOrd="0" destOrd="0" presId="urn:microsoft.com/office/officeart/2005/8/layout/hierarchy1"/>
    <dgm:cxn modelId="{2C2F0FE0-4A5B-440F-9860-3C40C12C1F72}" srcId="{3D3788C8-A44C-4284-98E3-778C22420FBF}" destId="{D07DE28B-3808-4B89-B82D-5F725F5169EC}" srcOrd="0" destOrd="0" parTransId="{1A1AD204-EB9C-4845-A5BD-DB0A79E942BE}" sibTransId="{5BE44BCD-C6FB-451D-96E4-C67581EFEAAA}"/>
    <dgm:cxn modelId="{D828D2E2-49AE-4B73-8DF4-08727C8E868D}" srcId="{3D3788C8-A44C-4284-98E3-778C22420FBF}" destId="{8EEECC53-8FCE-43FC-8EED-D472C06800D3}" srcOrd="2" destOrd="0" parTransId="{7B7DB92E-8FA4-4DEB-8D21-DAC38A2424CF}" sibTransId="{3117C0D1-FEB3-432D-B1C8-4AEA71553BFA}"/>
    <dgm:cxn modelId="{C1AB93BB-3BDF-4985-8F58-2FFB2F1A0976}" type="presParOf" srcId="{CA5AA3F7-7613-4E10-AD8C-1DD8EEA0B81E}" destId="{E4C97F4E-F449-43F4-B00F-61E203B63EAE}" srcOrd="0" destOrd="0" presId="urn:microsoft.com/office/officeart/2005/8/layout/hierarchy1"/>
    <dgm:cxn modelId="{D3987E5D-974B-40CF-8A7C-270D36B6A0C5}" type="presParOf" srcId="{E4C97F4E-F449-43F4-B00F-61E203B63EAE}" destId="{6A743CFF-60C4-4B38-88C9-617B53B23A5D}" srcOrd="0" destOrd="0" presId="urn:microsoft.com/office/officeart/2005/8/layout/hierarchy1"/>
    <dgm:cxn modelId="{4110777F-DBE3-4023-A66A-996BFFCF5FE3}" type="presParOf" srcId="{6A743CFF-60C4-4B38-88C9-617B53B23A5D}" destId="{F7675482-A1A5-4857-9101-33C409A27391}" srcOrd="0" destOrd="0" presId="urn:microsoft.com/office/officeart/2005/8/layout/hierarchy1"/>
    <dgm:cxn modelId="{B9C38D7A-1E18-4386-AB6A-C88EA52E237C}" type="presParOf" srcId="{6A743CFF-60C4-4B38-88C9-617B53B23A5D}" destId="{60C8B53F-72DA-406F-9AF4-AAC64720F72C}" srcOrd="1" destOrd="0" presId="urn:microsoft.com/office/officeart/2005/8/layout/hierarchy1"/>
    <dgm:cxn modelId="{F5F14DBF-500D-4A51-AA6E-422FD95D11D9}" type="presParOf" srcId="{E4C97F4E-F449-43F4-B00F-61E203B63EAE}" destId="{38EC8B9F-E82B-461B-99CE-27A7DF1B6D7D}" srcOrd="1" destOrd="0" presId="urn:microsoft.com/office/officeart/2005/8/layout/hierarchy1"/>
    <dgm:cxn modelId="{F9F64A7F-0B6E-4CD8-A27A-F07B559AE834}" type="presParOf" srcId="{CA5AA3F7-7613-4E10-AD8C-1DD8EEA0B81E}" destId="{091B5B68-F8CF-41A4-9A63-408026A5C963}" srcOrd="1" destOrd="0" presId="urn:microsoft.com/office/officeart/2005/8/layout/hierarchy1"/>
    <dgm:cxn modelId="{6064AC32-EE1E-45D2-B0EA-03E69CE827F1}" type="presParOf" srcId="{091B5B68-F8CF-41A4-9A63-408026A5C963}" destId="{8EB1F244-CA3E-41AD-B4B1-4E4EED467253}" srcOrd="0" destOrd="0" presId="urn:microsoft.com/office/officeart/2005/8/layout/hierarchy1"/>
    <dgm:cxn modelId="{954DA3B1-BE2C-4C40-82D5-49122DF06EDE}" type="presParOf" srcId="{8EB1F244-CA3E-41AD-B4B1-4E4EED467253}" destId="{B0450D54-CC38-49FF-99F3-1F9BCD02A48F}" srcOrd="0" destOrd="0" presId="urn:microsoft.com/office/officeart/2005/8/layout/hierarchy1"/>
    <dgm:cxn modelId="{51029642-4E75-41F8-A154-26C65E56EF6B}" type="presParOf" srcId="{8EB1F244-CA3E-41AD-B4B1-4E4EED467253}" destId="{965B9B3A-F003-4B4B-A9F6-1A290E5A0698}" srcOrd="1" destOrd="0" presId="urn:microsoft.com/office/officeart/2005/8/layout/hierarchy1"/>
    <dgm:cxn modelId="{71B07D11-A7C3-4471-9976-1D6894629E10}" type="presParOf" srcId="{091B5B68-F8CF-41A4-9A63-408026A5C963}" destId="{80610E19-7B6F-455F-B325-C887B6CDFCD3}" srcOrd="1" destOrd="0" presId="urn:microsoft.com/office/officeart/2005/8/layout/hierarchy1"/>
    <dgm:cxn modelId="{363A2CE2-3FFE-4E1F-A1D7-EE230E923172}" type="presParOf" srcId="{80610E19-7B6F-455F-B325-C887B6CDFCD3}" destId="{2B8B7B03-0C64-4C10-9028-EA6B42FAF1B8}" srcOrd="0" destOrd="0" presId="urn:microsoft.com/office/officeart/2005/8/layout/hierarchy1"/>
    <dgm:cxn modelId="{B1374F22-99CA-49D2-97B9-ACD19BA0D342}" type="presParOf" srcId="{80610E19-7B6F-455F-B325-C887B6CDFCD3}" destId="{E50271CF-384B-4C60-B487-92A14AEE7272}" srcOrd="1" destOrd="0" presId="urn:microsoft.com/office/officeart/2005/8/layout/hierarchy1"/>
    <dgm:cxn modelId="{2A051F22-E2CC-4EE2-97A5-01C6E768C67A}" type="presParOf" srcId="{E50271CF-384B-4C60-B487-92A14AEE7272}" destId="{274F716D-46CD-47FC-8633-067CE7975B07}" srcOrd="0" destOrd="0" presId="urn:microsoft.com/office/officeart/2005/8/layout/hierarchy1"/>
    <dgm:cxn modelId="{DC7999B7-9EDB-4311-90FD-8FB91FAD63AE}" type="presParOf" srcId="{274F716D-46CD-47FC-8633-067CE7975B07}" destId="{266E9DD4-E64F-4DEB-9C6B-C75C34DD61B7}" srcOrd="0" destOrd="0" presId="urn:microsoft.com/office/officeart/2005/8/layout/hierarchy1"/>
    <dgm:cxn modelId="{66725772-B7E0-440D-9819-38D264BAC2F1}" type="presParOf" srcId="{274F716D-46CD-47FC-8633-067CE7975B07}" destId="{E4EB4FC1-4D31-48A2-8D0F-0EFF07F47686}" srcOrd="1" destOrd="0" presId="urn:microsoft.com/office/officeart/2005/8/layout/hierarchy1"/>
    <dgm:cxn modelId="{6871C35F-4066-4F2F-84F3-6102D094E165}" type="presParOf" srcId="{E50271CF-384B-4C60-B487-92A14AEE7272}" destId="{589877C5-4DCA-43EE-9D47-E92E79C2CD77}" srcOrd="1" destOrd="0" presId="urn:microsoft.com/office/officeart/2005/8/layout/hierarchy1"/>
    <dgm:cxn modelId="{9A89E02E-CEA0-4ABA-8E40-BD1FE1BAA036}" type="presParOf" srcId="{80610E19-7B6F-455F-B325-C887B6CDFCD3}" destId="{116D0C6F-CCCF-4B89-B8B4-8D05EAF4B026}" srcOrd="2" destOrd="0" presId="urn:microsoft.com/office/officeart/2005/8/layout/hierarchy1"/>
    <dgm:cxn modelId="{545C14C3-958C-43EC-89A2-21F22AA2A08D}" type="presParOf" srcId="{80610E19-7B6F-455F-B325-C887B6CDFCD3}" destId="{041A65BE-0474-4E3C-AD17-E3F8E39F7DF3}" srcOrd="3" destOrd="0" presId="urn:microsoft.com/office/officeart/2005/8/layout/hierarchy1"/>
    <dgm:cxn modelId="{0198A717-F34B-44F3-8309-0DB48439E4A4}" type="presParOf" srcId="{041A65BE-0474-4E3C-AD17-E3F8E39F7DF3}" destId="{3F515B40-37AD-40BB-B9E7-FF45218AB1E0}" srcOrd="0" destOrd="0" presId="urn:microsoft.com/office/officeart/2005/8/layout/hierarchy1"/>
    <dgm:cxn modelId="{20ADAD68-4B58-45A6-AED7-164279132863}" type="presParOf" srcId="{3F515B40-37AD-40BB-B9E7-FF45218AB1E0}" destId="{3D8C3CDD-F84F-4F43-8D1D-10910A99DA7B}" srcOrd="0" destOrd="0" presId="urn:microsoft.com/office/officeart/2005/8/layout/hierarchy1"/>
    <dgm:cxn modelId="{753768AB-2D8E-424A-AE7B-E92000A5134B}" type="presParOf" srcId="{3F515B40-37AD-40BB-B9E7-FF45218AB1E0}" destId="{66E6D701-4519-4688-BE49-3316BDBF0127}" srcOrd="1" destOrd="0" presId="urn:microsoft.com/office/officeart/2005/8/layout/hierarchy1"/>
    <dgm:cxn modelId="{8FC808FD-97A5-4935-B205-6AA2A7871DB2}" type="presParOf" srcId="{041A65BE-0474-4E3C-AD17-E3F8E39F7DF3}" destId="{25166F49-7E52-4FED-B88E-555C82F9F3D9}" srcOrd="1" destOrd="0" presId="urn:microsoft.com/office/officeart/2005/8/layout/hierarchy1"/>
    <dgm:cxn modelId="{EDF6064B-296E-45AF-BD23-855F2AB2613B}" type="presParOf" srcId="{80610E19-7B6F-455F-B325-C887B6CDFCD3}" destId="{963FFDE7-B90A-41A2-9A20-84269BA9A982}" srcOrd="4" destOrd="0" presId="urn:microsoft.com/office/officeart/2005/8/layout/hierarchy1"/>
    <dgm:cxn modelId="{717BB175-FE98-40A5-8128-FD134D995D13}" type="presParOf" srcId="{80610E19-7B6F-455F-B325-C887B6CDFCD3}" destId="{92448886-53DD-4E5A-88E6-69D44B7F544D}" srcOrd="5" destOrd="0" presId="urn:microsoft.com/office/officeart/2005/8/layout/hierarchy1"/>
    <dgm:cxn modelId="{BC625C47-D6F3-434A-BA36-36C534B4DF83}" type="presParOf" srcId="{92448886-53DD-4E5A-88E6-69D44B7F544D}" destId="{05F0C974-22B0-43FD-8902-C9A3695713CA}" srcOrd="0" destOrd="0" presId="urn:microsoft.com/office/officeart/2005/8/layout/hierarchy1"/>
    <dgm:cxn modelId="{849B5CE6-41C1-451D-92B6-B20173778C19}" type="presParOf" srcId="{05F0C974-22B0-43FD-8902-C9A3695713CA}" destId="{82B53482-F73F-429B-9475-5DD0772EEFF9}" srcOrd="0" destOrd="0" presId="urn:microsoft.com/office/officeart/2005/8/layout/hierarchy1"/>
    <dgm:cxn modelId="{2544E9D8-B90D-459F-811B-7EE7A143E753}" type="presParOf" srcId="{05F0C974-22B0-43FD-8902-C9A3695713CA}" destId="{88F07A71-1877-4968-8908-416CC41816A2}" srcOrd="1" destOrd="0" presId="urn:microsoft.com/office/officeart/2005/8/layout/hierarchy1"/>
    <dgm:cxn modelId="{45F6112A-EAE6-4E85-AAA4-46106DA4EC2C}" type="presParOf" srcId="{92448886-53DD-4E5A-88E6-69D44B7F544D}" destId="{FB62BFF8-C214-4B08-9322-2727CE40A5D5}" srcOrd="1" destOrd="0" presId="urn:microsoft.com/office/officeart/2005/8/layout/hierarchy1"/>
    <dgm:cxn modelId="{2E5D4517-73F6-46D6-A0F5-AD0138E634A3}" type="presParOf" srcId="{CA5AA3F7-7613-4E10-AD8C-1DD8EEA0B81E}" destId="{DB7AEDFF-AF44-499F-8A7E-4730D1C80F9A}" srcOrd="2" destOrd="0" presId="urn:microsoft.com/office/officeart/2005/8/layout/hierarchy1"/>
    <dgm:cxn modelId="{F7DC10BD-357A-4804-AA9A-5C9DBD46E30F}" type="presParOf" srcId="{DB7AEDFF-AF44-499F-8A7E-4730D1C80F9A}" destId="{2F386E5C-8BDE-4DE4-8F23-AAE2B97A7516}" srcOrd="0" destOrd="0" presId="urn:microsoft.com/office/officeart/2005/8/layout/hierarchy1"/>
    <dgm:cxn modelId="{607989DF-45E9-4B20-AD11-A4CEE4351AB5}" type="presParOf" srcId="{2F386E5C-8BDE-4DE4-8F23-AAE2B97A7516}" destId="{2AD5DA7F-C0A5-4BAB-9998-8D3E5021CE58}" srcOrd="0" destOrd="0" presId="urn:microsoft.com/office/officeart/2005/8/layout/hierarchy1"/>
    <dgm:cxn modelId="{C822E13F-7FE6-4580-9A57-17C480F6AF53}" type="presParOf" srcId="{2F386E5C-8BDE-4DE4-8F23-AAE2B97A7516}" destId="{0B0F0A46-24C2-4DB6-B63A-89315175B3E3}" srcOrd="1" destOrd="0" presId="urn:microsoft.com/office/officeart/2005/8/layout/hierarchy1"/>
    <dgm:cxn modelId="{539070BC-4D94-45E3-96F2-FD1CDE27763D}" type="presParOf" srcId="{DB7AEDFF-AF44-499F-8A7E-4730D1C80F9A}" destId="{E7817A38-EE6F-4FEB-AB6C-C73F40B5C12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47D273C-F631-43F0-ACC2-9BCE234552A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443F020-6CF0-4553-A154-251C0CD9FE9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Additional analysis revealed temporal patterns in spending</a:t>
          </a:r>
        </a:p>
      </dgm:t>
    </dgm:pt>
    <dgm:pt modelId="{E798A65E-67D2-49A2-B20C-828974C3BF3F}" type="parTrans" cxnId="{1313F825-614F-4E65-A49C-E60829ABB12B}">
      <dgm:prSet/>
      <dgm:spPr/>
      <dgm:t>
        <a:bodyPr/>
        <a:lstStyle/>
        <a:p>
          <a:endParaRPr lang="en-US"/>
        </a:p>
      </dgm:t>
    </dgm:pt>
    <dgm:pt modelId="{D6C5E6DA-8C0C-4355-8029-2C2FDBC63721}" type="sibTrans" cxnId="{1313F825-614F-4E65-A49C-E60829ABB12B}">
      <dgm:prSet/>
      <dgm:spPr/>
      <dgm:t>
        <a:bodyPr/>
        <a:lstStyle/>
        <a:p>
          <a:endParaRPr lang="en-US"/>
        </a:p>
      </dgm:t>
    </dgm:pt>
    <dgm:pt modelId="{506E6949-F6BC-4233-A9B8-D4493148206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Key findings:</a:t>
          </a:r>
        </a:p>
      </dgm:t>
    </dgm:pt>
    <dgm:pt modelId="{B1362338-EE19-4233-B7C0-01815C42F018}" type="parTrans" cxnId="{02956C8D-CC30-4AA1-AE4D-5B8AEF13A7AF}">
      <dgm:prSet/>
      <dgm:spPr/>
      <dgm:t>
        <a:bodyPr/>
        <a:lstStyle/>
        <a:p>
          <a:endParaRPr lang="en-US"/>
        </a:p>
      </dgm:t>
    </dgm:pt>
    <dgm:pt modelId="{4DDD7E44-1A46-4D83-8202-8893CD6AC5AF}" type="sibTrans" cxnId="{02956C8D-CC30-4AA1-AE4D-5B8AEF13A7AF}">
      <dgm:prSet/>
      <dgm:spPr/>
      <dgm:t>
        <a:bodyPr/>
        <a:lstStyle/>
        <a:p>
          <a:endParaRPr lang="en-US"/>
        </a:p>
      </dgm:t>
    </dgm:pt>
    <dgm:pt modelId="{23CE0266-0D35-45B8-95EC-38441195E6B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Spending varies by month and day of week</a:t>
          </a:r>
        </a:p>
      </dgm:t>
    </dgm:pt>
    <dgm:pt modelId="{AC78E155-22DD-4F90-8227-125AC1324AF0}" type="parTrans" cxnId="{8C022DB7-D921-47C4-B0F7-DD931094FCB4}">
      <dgm:prSet/>
      <dgm:spPr/>
      <dgm:t>
        <a:bodyPr/>
        <a:lstStyle/>
        <a:p>
          <a:endParaRPr lang="en-US"/>
        </a:p>
      </dgm:t>
    </dgm:pt>
    <dgm:pt modelId="{CC03C572-9D11-460F-BE8C-D02EAED4E5A3}" type="sibTrans" cxnId="{8C022DB7-D921-47C4-B0F7-DD931094FCB4}">
      <dgm:prSet/>
      <dgm:spPr/>
      <dgm:t>
        <a:bodyPr/>
        <a:lstStyle/>
        <a:p>
          <a:endParaRPr lang="en-US"/>
        </a:p>
      </dgm:t>
    </dgm:pt>
    <dgm:pt modelId="{0EB57ABE-B109-4F5A-BE77-0E378838A0E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Certain categories dominate overall spending</a:t>
          </a:r>
        </a:p>
      </dgm:t>
    </dgm:pt>
    <dgm:pt modelId="{B2543575-B221-4890-B607-6D907D691651}" type="parTrans" cxnId="{5322EAD9-C784-4D74-92F6-1531C4C90CDE}">
      <dgm:prSet/>
      <dgm:spPr/>
      <dgm:t>
        <a:bodyPr/>
        <a:lstStyle/>
        <a:p>
          <a:endParaRPr lang="en-US"/>
        </a:p>
      </dgm:t>
    </dgm:pt>
    <dgm:pt modelId="{5B3FE24A-ECCB-4848-8CF9-5DB9CE4AA2C8}" type="sibTrans" cxnId="{5322EAD9-C784-4D74-92F6-1531C4C90CDE}">
      <dgm:prSet/>
      <dgm:spPr/>
      <dgm:t>
        <a:bodyPr/>
        <a:lstStyle/>
        <a:p>
          <a:endParaRPr lang="en-US"/>
        </a:p>
      </dgm:t>
    </dgm:pt>
    <dgm:pt modelId="{EE851C02-8A6F-4762-A46D-9CE8C50169E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Merchant information strongly correlates with purchase size</a:t>
          </a:r>
        </a:p>
      </dgm:t>
    </dgm:pt>
    <dgm:pt modelId="{C23FA807-8839-4C81-BA40-062F427141B9}" type="parTrans" cxnId="{4DA0E1D8-3A57-4896-B97A-AE8E69D1E826}">
      <dgm:prSet/>
      <dgm:spPr/>
      <dgm:t>
        <a:bodyPr/>
        <a:lstStyle/>
        <a:p>
          <a:endParaRPr lang="en-US"/>
        </a:p>
      </dgm:t>
    </dgm:pt>
    <dgm:pt modelId="{3C8201A9-6515-4751-AB62-F7391553A2AD}" type="sibTrans" cxnId="{4DA0E1D8-3A57-4896-B97A-AE8E69D1E826}">
      <dgm:prSet/>
      <dgm:spPr/>
      <dgm:t>
        <a:bodyPr/>
        <a:lstStyle/>
        <a:p>
          <a:endParaRPr lang="en-US"/>
        </a:p>
      </dgm:t>
    </dgm:pt>
    <dgm:pt modelId="{741A42D6-1FB4-4D78-AE72-411AEEDEBBB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These insights helped guide the model selection</a:t>
          </a:r>
        </a:p>
      </dgm:t>
    </dgm:pt>
    <dgm:pt modelId="{3DCBEC64-E771-471E-B27C-A2BC140733A6}" type="parTrans" cxnId="{BFF20172-BD86-4452-9441-9EEEE276B835}">
      <dgm:prSet/>
      <dgm:spPr/>
      <dgm:t>
        <a:bodyPr/>
        <a:lstStyle/>
        <a:p>
          <a:endParaRPr lang="en-US"/>
        </a:p>
      </dgm:t>
    </dgm:pt>
    <dgm:pt modelId="{2B6ED8C7-B81D-4E8F-B44B-F08159733D0D}" type="sibTrans" cxnId="{BFF20172-BD86-4452-9441-9EEEE276B835}">
      <dgm:prSet/>
      <dgm:spPr/>
      <dgm:t>
        <a:bodyPr/>
        <a:lstStyle/>
        <a:p>
          <a:endParaRPr lang="en-US"/>
        </a:p>
      </dgm:t>
    </dgm:pt>
    <dgm:pt modelId="{D9C5686F-0241-479D-9910-9E6E2CB881C5}" type="pres">
      <dgm:prSet presAssocID="{647D273C-F631-43F0-ACC2-9BCE234552A7}" presName="root" presStyleCnt="0">
        <dgm:presLayoutVars>
          <dgm:dir/>
          <dgm:resizeHandles val="exact"/>
        </dgm:presLayoutVars>
      </dgm:prSet>
      <dgm:spPr/>
    </dgm:pt>
    <dgm:pt modelId="{B1AAF784-EA8D-4B56-93EB-6F7062D67007}" type="pres">
      <dgm:prSet presAssocID="{9443F020-6CF0-4553-A154-251C0CD9FE90}" presName="compNode" presStyleCnt="0"/>
      <dgm:spPr/>
    </dgm:pt>
    <dgm:pt modelId="{C6B2A877-0CA0-4843-BC37-F2655C0714BC}" type="pres">
      <dgm:prSet presAssocID="{9443F020-6CF0-4553-A154-251C0CD9FE90}" presName="bgRect" presStyleLbl="bgShp" presStyleIdx="0" presStyleCnt="3"/>
      <dgm:spPr/>
    </dgm:pt>
    <dgm:pt modelId="{CA3A6838-A118-4610-BE40-7064E13F8E03}" type="pres">
      <dgm:prSet presAssocID="{9443F020-6CF0-4553-A154-251C0CD9FE9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2FAFF4DA-52C2-46C1-8B05-4BC73F1C9B52}" type="pres">
      <dgm:prSet presAssocID="{9443F020-6CF0-4553-A154-251C0CD9FE90}" presName="spaceRect" presStyleCnt="0"/>
      <dgm:spPr/>
    </dgm:pt>
    <dgm:pt modelId="{AAAC179C-4015-47F6-9909-204D6CB5881E}" type="pres">
      <dgm:prSet presAssocID="{9443F020-6CF0-4553-A154-251C0CD9FE90}" presName="parTx" presStyleLbl="revTx" presStyleIdx="0" presStyleCnt="4">
        <dgm:presLayoutVars>
          <dgm:chMax val="0"/>
          <dgm:chPref val="0"/>
        </dgm:presLayoutVars>
      </dgm:prSet>
      <dgm:spPr/>
    </dgm:pt>
    <dgm:pt modelId="{D27C93EC-24A8-48AA-9F05-BB237BCA2EC1}" type="pres">
      <dgm:prSet presAssocID="{D6C5E6DA-8C0C-4355-8029-2C2FDBC63721}" presName="sibTrans" presStyleCnt="0"/>
      <dgm:spPr/>
    </dgm:pt>
    <dgm:pt modelId="{66A3C807-9A72-4860-B153-4E1E3E47DCFF}" type="pres">
      <dgm:prSet presAssocID="{506E6949-F6BC-4233-A9B8-D4493148206A}" presName="compNode" presStyleCnt="0"/>
      <dgm:spPr/>
    </dgm:pt>
    <dgm:pt modelId="{8445964E-C997-41FC-BC89-A1DD0D4CEA90}" type="pres">
      <dgm:prSet presAssocID="{506E6949-F6BC-4233-A9B8-D4493148206A}" presName="bgRect" presStyleLbl="bgShp" presStyleIdx="1" presStyleCnt="3"/>
      <dgm:spPr/>
    </dgm:pt>
    <dgm:pt modelId="{9BE91DBC-66CD-417A-AF9D-216986943F66}" type="pres">
      <dgm:prSet presAssocID="{506E6949-F6BC-4233-A9B8-D4493148206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3A8E1FC0-476C-48F0-B779-2CE6F40FB3A0}" type="pres">
      <dgm:prSet presAssocID="{506E6949-F6BC-4233-A9B8-D4493148206A}" presName="spaceRect" presStyleCnt="0"/>
      <dgm:spPr/>
    </dgm:pt>
    <dgm:pt modelId="{ACC41EC0-C195-4A5B-9AC1-4BFA35445F26}" type="pres">
      <dgm:prSet presAssocID="{506E6949-F6BC-4233-A9B8-D4493148206A}" presName="parTx" presStyleLbl="revTx" presStyleIdx="1" presStyleCnt="4">
        <dgm:presLayoutVars>
          <dgm:chMax val="0"/>
          <dgm:chPref val="0"/>
        </dgm:presLayoutVars>
      </dgm:prSet>
      <dgm:spPr/>
    </dgm:pt>
    <dgm:pt modelId="{95DD2B4A-A66D-473E-B75A-37B5562C66A1}" type="pres">
      <dgm:prSet presAssocID="{506E6949-F6BC-4233-A9B8-D4493148206A}" presName="desTx" presStyleLbl="revTx" presStyleIdx="2" presStyleCnt="4">
        <dgm:presLayoutVars/>
      </dgm:prSet>
      <dgm:spPr/>
    </dgm:pt>
    <dgm:pt modelId="{EA3C9F1C-8770-421C-A4D0-48B6C3781417}" type="pres">
      <dgm:prSet presAssocID="{4DDD7E44-1A46-4D83-8202-8893CD6AC5AF}" presName="sibTrans" presStyleCnt="0"/>
      <dgm:spPr/>
    </dgm:pt>
    <dgm:pt modelId="{0A41C328-F07D-4E1C-96C9-6BCB0C2FB18A}" type="pres">
      <dgm:prSet presAssocID="{741A42D6-1FB4-4D78-AE72-411AEEDEBBBD}" presName="compNode" presStyleCnt="0"/>
      <dgm:spPr/>
    </dgm:pt>
    <dgm:pt modelId="{EA642C13-4DD9-46E3-8AD4-AF59CCA78AB3}" type="pres">
      <dgm:prSet presAssocID="{741A42D6-1FB4-4D78-AE72-411AEEDEBBBD}" presName="bgRect" presStyleLbl="bgShp" presStyleIdx="2" presStyleCnt="3"/>
      <dgm:spPr/>
    </dgm:pt>
    <dgm:pt modelId="{3858F30B-1B34-40A1-B72E-554E0131EB87}" type="pres">
      <dgm:prSet presAssocID="{741A42D6-1FB4-4D78-AE72-411AEEDEBBB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4C1666E-B42D-42D8-8C15-609EBE17443A}" type="pres">
      <dgm:prSet presAssocID="{741A42D6-1FB4-4D78-AE72-411AEEDEBBBD}" presName="spaceRect" presStyleCnt="0"/>
      <dgm:spPr/>
    </dgm:pt>
    <dgm:pt modelId="{9E28C72A-6189-477B-BED4-892E712F4E09}" type="pres">
      <dgm:prSet presAssocID="{741A42D6-1FB4-4D78-AE72-411AEEDEBBB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12C4F0D-70F5-44E1-A3A7-69B4DF1ABA31}" type="presOf" srcId="{741A42D6-1FB4-4D78-AE72-411AEEDEBBBD}" destId="{9E28C72A-6189-477B-BED4-892E712F4E09}" srcOrd="0" destOrd="0" presId="urn:microsoft.com/office/officeart/2018/2/layout/IconVerticalSolidList"/>
    <dgm:cxn modelId="{787FCE1D-0872-43CB-AA70-CDE7962D4CC1}" type="presOf" srcId="{506E6949-F6BC-4233-A9B8-D4493148206A}" destId="{ACC41EC0-C195-4A5B-9AC1-4BFA35445F26}" srcOrd="0" destOrd="0" presId="urn:microsoft.com/office/officeart/2018/2/layout/IconVerticalSolidList"/>
    <dgm:cxn modelId="{1313F825-614F-4E65-A49C-E60829ABB12B}" srcId="{647D273C-F631-43F0-ACC2-9BCE234552A7}" destId="{9443F020-6CF0-4553-A154-251C0CD9FE90}" srcOrd="0" destOrd="0" parTransId="{E798A65E-67D2-49A2-B20C-828974C3BF3F}" sibTransId="{D6C5E6DA-8C0C-4355-8029-2C2FDBC63721}"/>
    <dgm:cxn modelId="{1FA51563-0157-4D2D-9F70-0019C914B222}" type="presOf" srcId="{647D273C-F631-43F0-ACC2-9BCE234552A7}" destId="{D9C5686F-0241-479D-9910-9E6E2CB881C5}" srcOrd="0" destOrd="0" presId="urn:microsoft.com/office/officeart/2018/2/layout/IconVerticalSolidList"/>
    <dgm:cxn modelId="{2CD6C168-50A3-4A5A-9F52-1CB5FFC4DF90}" type="presOf" srcId="{23CE0266-0D35-45B8-95EC-38441195E6BB}" destId="{95DD2B4A-A66D-473E-B75A-37B5562C66A1}" srcOrd="0" destOrd="0" presId="urn:microsoft.com/office/officeart/2018/2/layout/IconVerticalSolidList"/>
    <dgm:cxn modelId="{BFF20172-BD86-4452-9441-9EEEE276B835}" srcId="{647D273C-F631-43F0-ACC2-9BCE234552A7}" destId="{741A42D6-1FB4-4D78-AE72-411AEEDEBBBD}" srcOrd="2" destOrd="0" parTransId="{3DCBEC64-E771-471E-B27C-A2BC140733A6}" sibTransId="{2B6ED8C7-B81D-4E8F-B44B-F08159733D0D}"/>
    <dgm:cxn modelId="{02956C8D-CC30-4AA1-AE4D-5B8AEF13A7AF}" srcId="{647D273C-F631-43F0-ACC2-9BCE234552A7}" destId="{506E6949-F6BC-4233-A9B8-D4493148206A}" srcOrd="1" destOrd="0" parTransId="{B1362338-EE19-4233-B7C0-01815C42F018}" sibTransId="{4DDD7E44-1A46-4D83-8202-8893CD6AC5AF}"/>
    <dgm:cxn modelId="{6ADCB68D-3085-49AF-96FC-B916FE53F0A0}" type="presOf" srcId="{EE851C02-8A6F-4762-A46D-9CE8C50169E9}" destId="{95DD2B4A-A66D-473E-B75A-37B5562C66A1}" srcOrd="0" destOrd="2" presId="urn:microsoft.com/office/officeart/2018/2/layout/IconVerticalSolidList"/>
    <dgm:cxn modelId="{8C022DB7-D921-47C4-B0F7-DD931094FCB4}" srcId="{506E6949-F6BC-4233-A9B8-D4493148206A}" destId="{23CE0266-0D35-45B8-95EC-38441195E6BB}" srcOrd="0" destOrd="0" parTransId="{AC78E155-22DD-4F90-8227-125AC1324AF0}" sibTransId="{CC03C572-9D11-460F-BE8C-D02EAED4E5A3}"/>
    <dgm:cxn modelId="{4DA0E1D8-3A57-4896-B97A-AE8E69D1E826}" srcId="{506E6949-F6BC-4233-A9B8-D4493148206A}" destId="{EE851C02-8A6F-4762-A46D-9CE8C50169E9}" srcOrd="2" destOrd="0" parTransId="{C23FA807-8839-4C81-BA40-062F427141B9}" sibTransId="{3C8201A9-6515-4751-AB62-F7391553A2AD}"/>
    <dgm:cxn modelId="{5322EAD9-C784-4D74-92F6-1531C4C90CDE}" srcId="{506E6949-F6BC-4233-A9B8-D4493148206A}" destId="{0EB57ABE-B109-4F5A-BE77-0E378838A0EB}" srcOrd="1" destOrd="0" parTransId="{B2543575-B221-4890-B607-6D907D691651}" sibTransId="{5B3FE24A-ECCB-4848-8CF9-5DB9CE4AA2C8}"/>
    <dgm:cxn modelId="{4C825FEE-E9BC-414C-8F23-CF73FABC5EC2}" type="presOf" srcId="{0EB57ABE-B109-4F5A-BE77-0E378838A0EB}" destId="{95DD2B4A-A66D-473E-B75A-37B5562C66A1}" srcOrd="0" destOrd="1" presId="urn:microsoft.com/office/officeart/2018/2/layout/IconVerticalSolidList"/>
    <dgm:cxn modelId="{FC2B89FA-CB83-4AF5-A1CD-0698B4BAB248}" type="presOf" srcId="{9443F020-6CF0-4553-A154-251C0CD9FE90}" destId="{AAAC179C-4015-47F6-9909-204D6CB5881E}" srcOrd="0" destOrd="0" presId="urn:microsoft.com/office/officeart/2018/2/layout/IconVerticalSolidList"/>
    <dgm:cxn modelId="{1968E6B1-6B1A-4BF0-9C20-805251AE772E}" type="presParOf" srcId="{D9C5686F-0241-479D-9910-9E6E2CB881C5}" destId="{B1AAF784-EA8D-4B56-93EB-6F7062D67007}" srcOrd="0" destOrd="0" presId="urn:microsoft.com/office/officeart/2018/2/layout/IconVerticalSolidList"/>
    <dgm:cxn modelId="{22570D07-D8C1-4946-B02F-F1931791ECE3}" type="presParOf" srcId="{B1AAF784-EA8D-4B56-93EB-6F7062D67007}" destId="{C6B2A877-0CA0-4843-BC37-F2655C0714BC}" srcOrd="0" destOrd="0" presId="urn:microsoft.com/office/officeart/2018/2/layout/IconVerticalSolidList"/>
    <dgm:cxn modelId="{885DF736-7DA3-4880-AD82-8F8D3F6BD97C}" type="presParOf" srcId="{B1AAF784-EA8D-4B56-93EB-6F7062D67007}" destId="{CA3A6838-A118-4610-BE40-7064E13F8E03}" srcOrd="1" destOrd="0" presId="urn:microsoft.com/office/officeart/2018/2/layout/IconVerticalSolidList"/>
    <dgm:cxn modelId="{24D4738C-F683-4EBE-9116-9B2D86354FC6}" type="presParOf" srcId="{B1AAF784-EA8D-4B56-93EB-6F7062D67007}" destId="{2FAFF4DA-52C2-46C1-8B05-4BC73F1C9B52}" srcOrd="2" destOrd="0" presId="urn:microsoft.com/office/officeart/2018/2/layout/IconVerticalSolidList"/>
    <dgm:cxn modelId="{8E2A9C70-FA1F-483D-8CFB-04729B38EBB1}" type="presParOf" srcId="{B1AAF784-EA8D-4B56-93EB-6F7062D67007}" destId="{AAAC179C-4015-47F6-9909-204D6CB5881E}" srcOrd="3" destOrd="0" presId="urn:microsoft.com/office/officeart/2018/2/layout/IconVerticalSolidList"/>
    <dgm:cxn modelId="{338AD7F0-92C3-4354-AA46-71ACBD4AB41E}" type="presParOf" srcId="{D9C5686F-0241-479D-9910-9E6E2CB881C5}" destId="{D27C93EC-24A8-48AA-9F05-BB237BCA2EC1}" srcOrd="1" destOrd="0" presId="urn:microsoft.com/office/officeart/2018/2/layout/IconVerticalSolidList"/>
    <dgm:cxn modelId="{DFF270D6-E7FE-4AE8-BEF0-D9E3ADA1195E}" type="presParOf" srcId="{D9C5686F-0241-479D-9910-9E6E2CB881C5}" destId="{66A3C807-9A72-4860-B153-4E1E3E47DCFF}" srcOrd="2" destOrd="0" presId="urn:microsoft.com/office/officeart/2018/2/layout/IconVerticalSolidList"/>
    <dgm:cxn modelId="{C27A3B0D-415C-4AAA-812E-EC8863E7A6D7}" type="presParOf" srcId="{66A3C807-9A72-4860-B153-4E1E3E47DCFF}" destId="{8445964E-C997-41FC-BC89-A1DD0D4CEA90}" srcOrd="0" destOrd="0" presId="urn:microsoft.com/office/officeart/2018/2/layout/IconVerticalSolidList"/>
    <dgm:cxn modelId="{4AEA6F37-0997-4530-9C91-1F6FDE72FA31}" type="presParOf" srcId="{66A3C807-9A72-4860-B153-4E1E3E47DCFF}" destId="{9BE91DBC-66CD-417A-AF9D-216986943F66}" srcOrd="1" destOrd="0" presId="urn:microsoft.com/office/officeart/2018/2/layout/IconVerticalSolidList"/>
    <dgm:cxn modelId="{35931960-409A-4107-B581-5615693D6CCA}" type="presParOf" srcId="{66A3C807-9A72-4860-B153-4E1E3E47DCFF}" destId="{3A8E1FC0-476C-48F0-B779-2CE6F40FB3A0}" srcOrd="2" destOrd="0" presId="urn:microsoft.com/office/officeart/2018/2/layout/IconVerticalSolidList"/>
    <dgm:cxn modelId="{A0102161-C9B8-4A1E-A54C-83143C8E0AB7}" type="presParOf" srcId="{66A3C807-9A72-4860-B153-4E1E3E47DCFF}" destId="{ACC41EC0-C195-4A5B-9AC1-4BFA35445F26}" srcOrd="3" destOrd="0" presId="urn:microsoft.com/office/officeart/2018/2/layout/IconVerticalSolidList"/>
    <dgm:cxn modelId="{A48BC1C0-A6C5-4C8B-AF8C-4372F5FECF80}" type="presParOf" srcId="{66A3C807-9A72-4860-B153-4E1E3E47DCFF}" destId="{95DD2B4A-A66D-473E-B75A-37B5562C66A1}" srcOrd="4" destOrd="0" presId="urn:microsoft.com/office/officeart/2018/2/layout/IconVerticalSolidList"/>
    <dgm:cxn modelId="{CF236715-AC3D-4BD8-BC3E-1577CBCDDD9C}" type="presParOf" srcId="{D9C5686F-0241-479D-9910-9E6E2CB881C5}" destId="{EA3C9F1C-8770-421C-A4D0-48B6C3781417}" srcOrd="3" destOrd="0" presId="urn:microsoft.com/office/officeart/2018/2/layout/IconVerticalSolidList"/>
    <dgm:cxn modelId="{0762A442-AD46-4669-AF75-B1CED0B4BD8D}" type="presParOf" srcId="{D9C5686F-0241-479D-9910-9E6E2CB881C5}" destId="{0A41C328-F07D-4E1C-96C9-6BCB0C2FB18A}" srcOrd="4" destOrd="0" presId="urn:microsoft.com/office/officeart/2018/2/layout/IconVerticalSolidList"/>
    <dgm:cxn modelId="{B6699CFA-8D92-46F5-839D-1A8D01D63AB3}" type="presParOf" srcId="{0A41C328-F07D-4E1C-96C9-6BCB0C2FB18A}" destId="{EA642C13-4DD9-46E3-8AD4-AF59CCA78AB3}" srcOrd="0" destOrd="0" presId="urn:microsoft.com/office/officeart/2018/2/layout/IconVerticalSolidList"/>
    <dgm:cxn modelId="{912C78A0-E373-4BDB-9FFA-3106301712EC}" type="presParOf" srcId="{0A41C328-F07D-4E1C-96C9-6BCB0C2FB18A}" destId="{3858F30B-1B34-40A1-B72E-554E0131EB87}" srcOrd="1" destOrd="0" presId="urn:microsoft.com/office/officeart/2018/2/layout/IconVerticalSolidList"/>
    <dgm:cxn modelId="{A2C492F5-79CA-4F5E-A621-706E99070A0F}" type="presParOf" srcId="{0A41C328-F07D-4E1C-96C9-6BCB0C2FB18A}" destId="{74C1666E-B42D-42D8-8C15-609EBE17443A}" srcOrd="2" destOrd="0" presId="urn:microsoft.com/office/officeart/2018/2/layout/IconVerticalSolidList"/>
    <dgm:cxn modelId="{0F976721-9EC4-4886-B556-105F35734F6E}" type="presParOf" srcId="{0A41C328-F07D-4E1C-96C9-6BCB0C2FB18A}" destId="{9E28C72A-6189-477B-BED4-892E712F4E0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52B17AD-215D-44FD-8906-90F9C9ACD42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D093D0B-2EA9-43D4-A2BE-C658E18292D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Random Forest Regressor was selected.</a:t>
          </a:r>
        </a:p>
      </dgm:t>
    </dgm:pt>
    <dgm:pt modelId="{35613D7B-A7BD-4C31-B934-B99B93379C12}" type="parTrans" cxnId="{9EC83B23-B930-4B68-8CF5-121B942A8FAF}">
      <dgm:prSet/>
      <dgm:spPr/>
      <dgm:t>
        <a:bodyPr/>
        <a:lstStyle/>
        <a:p>
          <a:endParaRPr lang="en-US"/>
        </a:p>
      </dgm:t>
    </dgm:pt>
    <dgm:pt modelId="{3BCDA64C-9E8D-4063-BB6F-B2A83B059D6B}" type="sibTrans" cxnId="{9EC83B23-B930-4B68-8CF5-121B942A8FAF}">
      <dgm:prSet/>
      <dgm:spPr/>
      <dgm:t>
        <a:bodyPr/>
        <a:lstStyle/>
        <a:p>
          <a:endParaRPr lang="en-US"/>
        </a:p>
      </dgm:t>
    </dgm:pt>
    <dgm:pt modelId="{5E4A52F1-5B2F-45BD-A4CC-A25EF521B6C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Reasons for choosing Random Forest:</a:t>
          </a:r>
        </a:p>
      </dgm:t>
    </dgm:pt>
    <dgm:pt modelId="{24D7DB39-3031-4B98-9B0F-C94D331F8C2D}" type="parTrans" cxnId="{73D1D7AA-A33A-41C6-B6E1-6B58D9506C77}">
      <dgm:prSet/>
      <dgm:spPr/>
      <dgm:t>
        <a:bodyPr/>
        <a:lstStyle/>
        <a:p>
          <a:endParaRPr lang="en-US"/>
        </a:p>
      </dgm:t>
    </dgm:pt>
    <dgm:pt modelId="{2F77A538-1ED7-4A5D-8EB3-23474171F3C9}" type="sibTrans" cxnId="{73D1D7AA-A33A-41C6-B6E1-6B58D9506C77}">
      <dgm:prSet/>
      <dgm:spPr/>
      <dgm:t>
        <a:bodyPr/>
        <a:lstStyle/>
        <a:p>
          <a:endParaRPr lang="en-US"/>
        </a:p>
      </dgm:t>
    </dgm:pt>
    <dgm:pt modelId="{2946A324-7AA6-4BE0-8FC5-E2176AF8BD0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Captures nonlinear relationships</a:t>
          </a:r>
        </a:p>
      </dgm:t>
    </dgm:pt>
    <dgm:pt modelId="{2A7D12C5-A931-4FEC-A934-3303F359E2CD}" type="parTrans" cxnId="{024E807C-205F-4D26-BA33-8C394025E198}">
      <dgm:prSet/>
      <dgm:spPr/>
      <dgm:t>
        <a:bodyPr/>
        <a:lstStyle/>
        <a:p>
          <a:endParaRPr lang="en-US"/>
        </a:p>
      </dgm:t>
    </dgm:pt>
    <dgm:pt modelId="{CD434F5E-62B5-4AF5-BC81-71CA2984ABA5}" type="sibTrans" cxnId="{024E807C-205F-4D26-BA33-8C394025E198}">
      <dgm:prSet/>
      <dgm:spPr/>
      <dgm:t>
        <a:bodyPr/>
        <a:lstStyle/>
        <a:p>
          <a:endParaRPr lang="en-US"/>
        </a:p>
      </dgm:t>
    </dgm:pt>
    <dgm:pt modelId="{32ADA48B-BBB9-40CC-B0DD-88AE5B4D189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Handles mixed data types well</a:t>
          </a:r>
        </a:p>
      </dgm:t>
    </dgm:pt>
    <dgm:pt modelId="{1C2CFC91-E60B-4752-A1EA-9FE2B0213CA2}" type="parTrans" cxnId="{8565C692-3B53-48E5-ADD7-80643B490C67}">
      <dgm:prSet/>
      <dgm:spPr/>
      <dgm:t>
        <a:bodyPr/>
        <a:lstStyle/>
        <a:p>
          <a:endParaRPr lang="en-US"/>
        </a:p>
      </dgm:t>
    </dgm:pt>
    <dgm:pt modelId="{D20913B5-0EC1-409C-B97E-DF6FEFABD941}" type="sibTrans" cxnId="{8565C692-3B53-48E5-ADD7-80643B490C67}">
      <dgm:prSet/>
      <dgm:spPr/>
      <dgm:t>
        <a:bodyPr/>
        <a:lstStyle/>
        <a:p>
          <a:endParaRPr lang="en-US"/>
        </a:p>
      </dgm:t>
    </dgm:pt>
    <dgm:pt modelId="{0D9005A4-A96B-428D-8AEF-3F52D74E07A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Robust with minimal tuning</a:t>
          </a:r>
        </a:p>
      </dgm:t>
    </dgm:pt>
    <dgm:pt modelId="{702CF482-4096-41D9-A8CD-C55577FAF81A}" type="parTrans" cxnId="{D2F351BE-1D4B-4456-A5D8-3043033B0428}">
      <dgm:prSet/>
      <dgm:spPr/>
      <dgm:t>
        <a:bodyPr/>
        <a:lstStyle/>
        <a:p>
          <a:endParaRPr lang="en-US"/>
        </a:p>
      </dgm:t>
    </dgm:pt>
    <dgm:pt modelId="{38D41C50-1845-4683-AFBA-5133423C3D7A}" type="sibTrans" cxnId="{D2F351BE-1D4B-4456-A5D8-3043033B0428}">
      <dgm:prSet/>
      <dgm:spPr/>
      <dgm:t>
        <a:bodyPr/>
        <a:lstStyle/>
        <a:p>
          <a:endParaRPr lang="en-US"/>
        </a:p>
      </dgm:t>
    </dgm:pt>
    <dgm:pt modelId="{2BA641B6-8A9B-42DB-B53E-486920AAE88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Provides feature importance for interpretation</a:t>
          </a:r>
        </a:p>
      </dgm:t>
    </dgm:pt>
    <dgm:pt modelId="{24E9A9C4-E67E-4248-8FE6-3EAC47171561}" type="parTrans" cxnId="{30B84513-80EB-4D4A-9A0C-27746375DB21}">
      <dgm:prSet/>
      <dgm:spPr/>
      <dgm:t>
        <a:bodyPr/>
        <a:lstStyle/>
        <a:p>
          <a:endParaRPr lang="en-US"/>
        </a:p>
      </dgm:t>
    </dgm:pt>
    <dgm:pt modelId="{7995C9FF-8C56-4625-8A82-755A26785637}" type="sibTrans" cxnId="{30B84513-80EB-4D4A-9A0C-27746375DB21}">
      <dgm:prSet/>
      <dgm:spPr/>
      <dgm:t>
        <a:bodyPr/>
        <a:lstStyle/>
        <a:p>
          <a:endParaRPr lang="en-US"/>
        </a:p>
      </dgm:t>
    </dgm:pt>
    <dgm:pt modelId="{E2925A6C-8146-48FA-8F65-D4507F59116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dataset was split: </a:t>
          </a:r>
          <a:r>
            <a:rPr lang="en-US" b="1"/>
            <a:t>80% Training / 20% Testing</a:t>
          </a:r>
          <a:endParaRPr lang="en-US"/>
        </a:p>
      </dgm:t>
    </dgm:pt>
    <dgm:pt modelId="{2E61D669-4237-4085-B3DE-73D8B49E3064}" type="parTrans" cxnId="{34DEFF59-20BF-4DA2-9307-054F64C1CAAB}">
      <dgm:prSet/>
      <dgm:spPr/>
      <dgm:t>
        <a:bodyPr/>
        <a:lstStyle/>
        <a:p>
          <a:endParaRPr lang="en-US"/>
        </a:p>
      </dgm:t>
    </dgm:pt>
    <dgm:pt modelId="{C8EDA75E-1543-45AC-A22E-00327D6E29BF}" type="sibTrans" cxnId="{34DEFF59-20BF-4DA2-9307-054F64C1CAAB}">
      <dgm:prSet/>
      <dgm:spPr/>
      <dgm:t>
        <a:bodyPr/>
        <a:lstStyle/>
        <a:p>
          <a:endParaRPr lang="en-US"/>
        </a:p>
      </dgm:t>
    </dgm:pt>
    <dgm:pt modelId="{0043EC72-9C2A-457F-8D3C-FAD5203028E5}" type="pres">
      <dgm:prSet presAssocID="{852B17AD-215D-44FD-8906-90F9C9ACD429}" presName="root" presStyleCnt="0">
        <dgm:presLayoutVars>
          <dgm:dir/>
          <dgm:resizeHandles val="exact"/>
        </dgm:presLayoutVars>
      </dgm:prSet>
      <dgm:spPr/>
    </dgm:pt>
    <dgm:pt modelId="{F92DA572-AAC7-4984-A165-77498AB7625A}" type="pres">
      <dgm:prSet presAssocID="{9D093D0B-2EA9-43D4-A2BE-C658E18292D6}" presName="compNode" presStyleCnt="0"/>
      <dgm:spPr/>
    </dgm:pt>
    <dgm:pt modelId="{1BFA9198-36BC-47F5-93D7-23E4F3E31B04}" type="pres">
      <dgm:prSet presAssocID="{9D093D0B-2EA9-43D4-A2BE-C658E18292D6}" presName="bgRect" presStyleLbl="bgShp" presStyleIdx="0" presStyleCnt="3"/>
      <dgm:spPr/>
    </dgm:pt>
    <dgm:pt modelId="{F41C2C1B-594C-41DC-B557-D8624B3BD6E8}" type="pres">
      <dgm:prSet presAssocID="{9D093D0B-2EA9-43D4-A2BE-C658E18292D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r tree"/>
        </a:ext>
      </dgm:extLst>
    </dgm:pt>
    <dgm:pt modelId="{5A07CCB5-F9A2-4232-A631-CCCCB48135EE}" type="pres">
      <dgm:prSet presAssocID="{9D093D0B-2EA9-43D4-A2BE-C658E18292D6}" presName="spaceRect" presStyleCnt="0"/>
      <dgm:spPr/>
    </dgm:pt>
    <dgm:pt modelId="{39E99510-BDFC-42F4-909D-8DFA2419A600}" type="pres">
      <dgm:prSet presAssocID="{9D093D0B-2EA9-43D4-A2BE-C658E18292D6}" presName="parTx" presStyleLbl="revTx" presStyleIdx="0" presStyleCnt="4">
        <dgm:presLayoutVars>
          <dgm:chMax val="0"/>
          <dgm:chPref val="0"/>
        </dgm:presLayoutVars>
      </dgm:prSet>
      <dgm:spPr/>
    </dgm:pt>
    <dgm:pt modelId="{65C004BA-6C73-4F9D-8B00-7E223C947F5B}" type="pres">
      <dgm:prSet presAssocID="{3BCDA64C-9E8D-4063-BB6F-B2A83B059D6B}" presName="sibTrans" presStyleCnt="0"/>
      <dgm:spPr/>
    </dgm:pt>
    <dgm:pt modelId="{E6FD2BAA-907D-451F-8D30-27637BE7FCEF}" type="pres">
      <dgm:prSet presAssocID="{5E4A52F1-5B2F-45BD-A4CC-A25EF521B6CD}" presName="compNode" presStyleCnt="0"/>
      <dgm:spPr/>
    </dgm:pt>
    <dgm:pt modelId="{00A38ED3-7B47-4BA9-8807-2D1D574EE047}" type="pres">
      <dgm:prSet presAssocID="{5E4A52F1-5B2F-45BD-A4CC-A25EF521B6CD}" presName="bgRect" presStyleLbl="bgShp" presStyleIdx="1" presStyleCnt="3"/>
      <dgm:spPr/>
    </dgm:pt>
    <dgm:pt modelId="{BFD2C8A4-CF7C-464C-953A-80F5DAC2DF46}" type="pres">
      <dgm:prSet presAssocID="{5E4A52F1-5B2F-45BD-A4CC-A25EF521B6C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1D20F136-74DA-4DDD-BFF9-FFABA4150B28}" type="pres">
      <dgm:prSet presAssocID="{5E4A52F1-5B2F-45BD-A4CC-A25EF521B6CD}" presName="spaceRect" presStyleCnt="0"/>
      <dgm:spPr/>
    </dgm:pt>
    <dgm:pt modelId="{9F2BB833-64E4-4DE2-B26E-DEE2DB52FA0C}" type="pres">
      <dgm:prSet presAssocID="{5E4A52F1-5B2F-45BD-A4CC-A25EF521B6CD}" presName="parTx" presStyleLbl="revTx" presStyleIdx="1" presStyleCnt="4">
        <dgm:presLayoutVars>
          <dgm:chMax val="0"/>
          <dgm:chPref val="0"/>
        </dgm:presLayoutVars>
      </dgm:prSet>
      <dgm:spPr/>
    </dgm:pt>
    <dgm:pt modelId="{D1D51C80-6D46-424C-9AAD-76E2CD3A5AAC}" type="pres">
      <dgm:prSet presAssocID="{5E4A52F1-5B2F-45BD-A4CC-A25EF521B6CD}" presName="desTx" presStyleLbl="revTx" presStyleIdx="2" presStyleCnt="4">
        <dgm:presLayoutVars/>
      </dgm:prSet>
      <dgm:spPr/>
    </dgm:pt>
    <dgm:pt modelId="{AF807E91-92CF-42BC-B87A-FCDCD5C89F74}" type="pres">
      <dgm:prSet presAssocID="{2F77A538-1ED7-4A5D-8EB3-23474171F3C9}" presName="sibTrans" presStyleCnt="0"/>
      <dgm:spPr/>
    </dgm:pt>
    <dgm:pt modelId="{DE81E867-7CB6-4539-B0E1-1E6A71403939}" type="pres">
      <dgm:prSet presAssocID="{E2925A6C-8146-48FA-8F65-D4507F59116E}" presName="compNode" presStyleCnt="0"/>
      <dgm:spPr/>
    </dgm:pt>
    <dgm:pt modelId="{B195DA44-55EC-4844-908F-0133286CF305}" type="pres">
      <dgm:prSet presAssocID="{E2925A6C-8146-48FA-8F65-D4507F59116E}" presName="bgRect" presStyleLbl="bgShp" presStyleIdx="2" presStyleCnt="3"/>
      <dgm:spPr/>
    </dgm:pt>
    <dgm:pt modelId="{539774E4-9A30-44D0-B22D-66BA8496D1F5}" type="pres">
      <dgm:prSet presAssocID="{E2925A6C-8146-48FA-8F65-D4507F59116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735ACAF8-831D-4A34-A99E-3DEC9EC7D0E2}" type="pres">
      <dgm:prSet presAssocID="{E2925A6C-8146-48FA-8F65-D4507F59116E}" presName="spaceRect" presStyleCnt="0"/>
      <dgm:spPr/>
    </dgm:pt>
    <dgm:pt modelId="{45D8E6C9-7FE3-4BD6-9A2D-E7ED86D5085C}" type="pres">
      <dgm:prSet presAssocID="{E2925A6C-8146-48FA-8F65-D4507F59116E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6B77D0B-6325-457A-848E-B971753AC9E0}" type="presOf" srcId="{E2925A6C-8146-48FA-8F65-D4507F59116E}" destId="{45D8E6C9-7FE3-4BD6-9A2D-E7ED86D5085C}" srcOrd="0" destOrd="0" presId="urn:microsoft.com/office/officeart/2018/2/layout/IconVerticalSolidList"/>
    <dgm:cxn modelId="{30B84513-80EB-4D4A-9A0C-27746375DB21}" srcId="{5E4A52F1-5B2F-45BD-A4CC-A25EF521B6CD}" destId="{2BA641B6-8A9B-42DB-B53E-486920AAE885}" srcOrd="3" destOrd="0" parTransId="{24E9A9C4-E67E-4248-8FE6-3EAC47171561}" sibTransId="{7995C9FF-8C56-4625-8A82-755A26785637}"/>
    <dgm:cxn modelId="{70B0B01E-327D-4FE4-A246-5E0D71102A8E}" type="presOf" srcId="{2BA641B6-8A9B-42DB-B53E-486920AAE885}" destId="{D1D51C80-6D46-424C-9AAD-76E2CD3A5AAC}" srcOrd="0" destOrd="3" presId="urn:microsoft.com/office/officeart/2018/2/layout/IconVerticalSolidList"/>
    <dgm:cxn modelId="{9EC83B23-B930-4B68-8CF5-121B942A8FAF}" srcId="{852B17AD-215D-44FD-8906-90F9C9ACD429}" destId="{9D093D0B-2EA9-43D4-A2BE-C658E18292D6}" srcOrd="0" destOrd="0" parTransId="{35613D7B-A7BD-4C31-B934-B99B93379C12}" sibTransId="{3BCDA64C-9E8D-4063-BB6F-B2A83B059D6B}"/>
    <dgm:cxn modelId="{DF852E3B-83B7-4C11-92E6-D3709A490998}" type="presOf" srcId="{2946A324-7AA6-4BE0-8FC5-E2176AF8BD0C}" destId="{D1D51C80-6D46-424C-9AAD-76E2CD3A5AAC}" srcOrd="0" destOrd="0" presId="urn:microsoft.com/office/officeart/2018/2/layout/IconVerticalSolidList"/>
    <dgm:cxn modelId="{34DEFF59-20BF-4DA2-9307-054F64C1CAAB}" srcId="{852B17AD-215D-44FD-8906-90F9C9ACD429}" destId="{E2925A6C-8146-48FA-8F65-D4507F59116E}" srcOrd="2" destOrd="0" parTransId="{2E61D669-4237-4085-B3DE-73D8B49E3064}" sibTransId="{C8EDA75E-1543-45AC-A22E-00327D6E29BF}"/>
    <dgm:cxn modelId="{024E807C-205F-4D26-BA33-8C394025E198}" srcId="{5E4A52F1-5B2F-45BD-A4CC-A25EF521B6CD}" destId="{2946A324-7AA6-4BE0-8FC5-E2176AF8BD0C}" srcOrd="0" destOrd="0" parTransId="{2A7D12C5-A931-4FEC-A934-3303F359E2CD}" sibTransId="{CD434F5E-62B5-4AF5-BC81-71CA2984ABA5}"/>
    <dgm:cxn modelId="{D1A0FD81-359C-4E91-BB4D-CCDE4B15A517}" type="presOf" srcId="{32ADA48B-BBB9-40CC-B0DD-88AE5B4D189B}" destId="{D1D51C80-6D46-424C-9AAD-76E2CD3A5AAC}" srcOrd="0" destOrd="1" presId="urn:microsoft.com/office/officeart/2018/2/layout/IconVerticalSolidList"/>
    <dgm:cxn modelId="{8565C692-3B53-48E5-ADD7-80643B490C67}" srcId="{5E4A52F1-5B2F-45BD-A4CC-A25EF521B6CD}" destId="{32ADA48B-BBB9-40CC-B0DD-88AE5B4D189B}" srcOrd="1" destOrd="0" parTransId="{1C2CFC91-E60B-4752-A1EA-9FE2B0213CA2}" sibTransId="{D20913B5-0EC1-409C-B97E-DF6FEFABD941}"/>
    <dgm:cxn modelId="{73D1D7AA-A33A-41C6-B6E1-6B58D9506C77}" srcId="{852B17AD-215D-44FD-8906-90F9C9ACD429}" destId="{5E4A52F1-5B2F-45BD-A4CC-A25EF521B6CD}" srcOrd="1" destOrd="0" parTransId="{24D7DB39-3031-4B98-9B0F-C94D331F8C2D}" sibTransId="{2F77A538-1ED7-4A5D-8EB3-23474171F3C9}"/>
    <dgm:cxn modelId="{20EB90B5-CF8A-4BFC-A8D4-13E2524DFDD3}" type="presOf" srcId="{5E4A52F1-5B2F-45BD-A4CC-A25EF521B6CD}" destId="{9F2BB833-64E4-4DE2-B26E-DEE2DB52FA0C}" srcOrd="0" destOrd="0" presId="urn:microsoft.com/office/officeart/2018/2/layout/IconVerticalSolidList"/>
    <dgm:cxn modelId="{D2F351BE-1D4B-4456-A5D8-3043033B0428}" srcId="{5E4A52F1-5B2F-45BD-A4CC-A25EF521B6CD}" destId="{0D9005A4-A96B-428D-8AEF-3F52D74E07A7}" srcOrd="2" destOrd="0" parTransId="{702CF482-4096-41D9-A8CD-C55577FAF81A}" sibTransId="{38D41C50-1845-4683-AFBA-5133423C3D7A}"/>
    <dgm:cxn modelId="{341381BE-19CF-4A8A-9CD8-64D977412A63}" type="presOf" srcId="{9D093D0B-2EA9-43D4-A2BE-C658E18292D6}" destId="{39E99510-BDFC-42F4-909D-8DFA2419A600}" srcOrd="0" destOrd="0" presId="urn:microsoft.com/office/officeart/2018/2/layout/IconVerticalSolidList"/>
    <dgm:cxn modelId="{C33DFDD6-B37C-4B3A-8BA0-F837A0291F30}" type="presOf" srcId="{0D9005A4-A96B-428D-8AEF-3F52D74E07A7}" destId="{D1D51C80-6D46-424C-9AAD-76E2CD3A5AAC}" srcOrd="0" destOrd="2" presId="urn:microsoft.com/office/officeart/2018/2/layout/IconVerticalSolidList"/>
    <dgm:cxn modelId="{CCD362F5-F1E7-4CCA-98A1-7D4B4C82173C}" type="presOf" srcId="{852B17AD-215D-44FD-8906-90F9C9ACD429}" destId="{0043EC72-9C2A-457F-8D3C-FAD5203028E5}" srcOrd="0" destOrd="0" presId="urn:microsoft.com/office/officeart/2018/2/layout/IconVerticalSolidList"/>
    <dgm:cxn modelId="{27358293-4E80-48A4-B458-C129EA3D45C4}" type="presParOf" srcId="{0043EC72-9C2A-457F-8D3C-FAD5203028E5}" destId="{F92DA572-AAC7-4984-A165-77498AB7625A}" srcOrd="0" destOrd="0" presId="urn:microsoft.com/office/officeart/2018/2/layout/IconVerticalSolidList"/>
    <dgm:cxn modelId="{ED0F3265-BA48-4BD7-8063-95FE1CE9ACD7}" type="presParOf" srcId="{F92DA572-AAC7-4984-A165-77498AB7625A}" destId="{1BFA9198-36BC-47F5-93D7-23E4F3E31B04}" srcOrd="0" destOrd="0" presId="urn:microsoft.com/office/officeart/2018/2/layout/IconVerticalSolidList"/>
    <dgm:cxn modelId="{352F9F52-0934-4CD1-8D72-515EF200B37C}" type="presParOf" srcId="{F92DA572-AAC7-4984-A165-77498AB7625A}" destId="{F41C2C1B-594C-41DC-B557-D8624B3BD6E8}" srcOrd="1" destOrd="0" presId="urn:microsoft.com/office/officeart/2018/2/layout/IconVerticalSolidList"/>
    <dgm:cxn modelId="{C7145EA8-BA27-4882-A77C-BB1047F96BD4}" type="presParOf" srcId="{F92DA572-AAC7-4984-A165-77498AB7625A}" destId="{5A07CCB5-F9A2-4232-A631-CCCCB48135EE}" srcOrd="2" destOrd="0" presId="urn:microsoft.com/office/officeart/2018/2/layout/IconVerticalSolidList"/>
    <dgm:cxn modelId="{64CE2C6A-710C-4535-A08D-A68FF4D1E257}" type="presParOf" srcId="{F92DA572-AAC7-4984-A165-77498AB7625A}" destId="{39E99510-BDFC-42F4-909D-8DFA2419A600}" srcOrd="3" destOrd="0" presId="urn:microsoft.com/office/officeart/2018/2/layout/IconVerticalSolidList"/>
    <dgm:cxn modelId="{91B324CE-A72F-4A55-86A5-9D2F5A31A2A1}" type="presParOf" srcId="{0043EC72-9C2A-457F-8D3C-FAD5203028E5}" destId="{65C004BA-6C73-4F9D-8B00-7E223C947F5B}" srcOrd="1" destOrd="0" presId="urn:microsoft.com/office/officeart/2018/2/layout/IconVerticalSolidList"/>
    <dgm:cxn modelId="{560E467D-53D6-4D54-A7A3-0CFFB9303404}" type="presParOf" srcId="{0043EC72-9C2A-457F-8D3C-FAD5203028E5}" destId="{E6FD2BAA-907D-451F-8D30-27637BE7FCEF}" srcOrd="2" destOrd="0" presId="urn:microsoft.com/office/officeart/2018/2/layout/IconVerticalSolidList"/>
    <dgm:cxn modelId="{31F24CFD-FD7B-418B-9429-9780A460DBC1}" type="presParOf" srcId="{E6FD2BAA-907D-451F-8D30-27637BE7FCEF}" destId="{00A38ED3-7B47-4BA9-8807-2D1D574EE047}" srcOrd="0" destOrd="0" presId="urn:microsoft.com/office/officeart/2018/2/layout/IconVerticalSolidList"/>
    <dgm:cxn modelId="{F63592DD-9D37-4C61-87EE-143D5108BDC5}" type="presParOf" srcId="{E6FD2BAA-907D-451F-8D30-27637BE7FCEF}" destId="{BFD2C8A4-CF7C-464C-953A-80F5DAC2DF46}" srcOrd="1" destOrd="0" presId="urn:microsoft.com/office/officeart/2018/2/layout/IconVerticalSolidList"/>
    <dgm:cxn modelId="{D8A9ABC1-0309-44CF-A94D-E11EF62EFC6F}" type="presParOf" srcId="{E6FD2BAA-907D-451F-8D30-27637BE7FCEF}" destId="{1D20F136-74DA-4DDD-BFF9-FFABA4150B28}" srcOrd="2" destOrd="0" presId="urn:microsoft.com/office/officeart/2018/2/layout/IconVerticalSolidList"/>
    <dgm:cxn modelId="{36C737F0-C978-4DE0-AFC1-36D5B7351FBA}" type="presParOf" srcId="{E6FD2BAA-907D-451F-8D30-27637BE7FCEF}" destId="{9F2BB833-64E4-4DE2-B26E-DEE2DB52FA0C}" srcOrd="3" destOrd="0" presId="urn:microsoft.com/office/officeart/2018/2/layout/IconVerticalSolidList"/>
    <dgm:cxn modelId="{AC75CF54-5275-472E-A38B-17F5F4D3E799}" type="presParOf" srcId="{E6FD2BAA-907D-451F-8D30-27637BE7FCEF}" destId="{D1D51C80-6D46-424C-9AAD-76E2CD3A5AAC}" srcOrd="4" destOrd="0" presId="urn:microsoft.com/office/officeart/2018/2/layout/IconVerticalSolidList"/>
    <dgm:cxn modelId="{91E2660E-D26D-4737-A5E5-A5650B76B466}" type="presParOf" srcId="{0043EC72-9C2A-457F-8D3C-FAD5203028E5}" destId="{AF807E91-92CF-42BC-B87A-FCDCD5C89F74}" srcOrd="3" destOrd="0" presId="urn:microsoft.com/office/officeart/2018/2/layout/IconVerticalSolidList"/>
    <dgm:cxn modelId="{07DE399A-4B96-4E09-B5F4-48704EDF45D6}" type="presParOf" srcId="{0043EC72-9C2A-457F-8D3C-FAD5203028E5}" destId="{DE81E867-7CB6-4539-B0E1-1E6A71403939}" srcOrd="4" destOrd="0" presId="urn:microsoft.com/office/officeart/2018/2/layout/IconVerticalSolidList"/>
    <dgm:cxn modelId="{860EF705-EDC4-488C-87F7-45A1B6E7D0DC}" type="presParOf" srcId="{DE81E867-7CB6-4539-B0E1-1E6A71403939}" destId="{B195DA44-55EC-4844-908F-0133286CF305}" srcOrd="0" destOrd="0" presId="urn:microsoft.com/office/officeart/2018/2/layout/IconVerticalSolidList"/>
    <dgm:cxn modelId="{3377626C-3D71-4185-A4DA-60519F4DE571}" type="presParOf" srcId="{DE81E867-7CB6-4539-B0E1-1E6A71403939}" destId="{539774E4-9A30-44D0-B22D-66BA8496D1F5}" srcOrd="1" destOrd="0" presId="urn:microsoft.com/office/officeart/2018/2/layout/IconVerticalSolidList"/>
    <dgm:cxn modelId="{752A405E-7DD0-4269-9834-2582E2A46A7C}" type="presParOf" srcId="{DE81E867-7CB6-4539-B0E1-1E6A71403939}" destId="{735ACAF8-831D-4A34-A99E-3DEC9EC7D0E2}" srcOrd="2" destOrd="0" presId="urn:microsoft.com/office/officeart/2018/2/layout/IconVerticalSolidList"/>
    <dgm:cxn modelId="{AEA66C76-D909-4928-98B6-12B16F3921C3}" type="presParOf" srcId="{DE81E867-7CB6-4539-B0E1-1E6A71403939}" destId="{45D8E6C9-7FE3-4BD6-9A2D-E7ED86D5085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06B4591-8E57-4D27-944B-3E2090C9157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3BCECD7-16CE-482B-8720-86714F2A943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model produced the following results:</a:t>
          </a:r>
        </a:p>
      </dgm:t>
    </dgm:pt>
    <dgm:pt modelId="{58146EFA-AE06-4513-B07A-DE943C1E93B1}" type="parTrans" cxnId="{B41972D8-B817-4641-A9EF-4EC4B1F79009}">
      <dgm:prSet/>
      <dgm:spPr/>
      <dgm:t>
        <a:bodyPr/>
        <a:lstStyle/>
        <a:p>
          <a:endParaRPr lang="en-US"/>
        </a:p>
      </dgm:t>
    </dgm:pt>
    <dgm:pt modelId="{E5A87C47-BDBA-4047-9C70-7E4D820A9597}" type="sibTrans" cxnId="{B41972D8-B817-4641-A9EF-4EC4B1F79009}">
      <dgm:prSet/>
      <dgm:spPr/>
      <dgm:t>
        <a:bodyPr/>
        <a:lstStyle/>
        <a:p>
          <a:endParaRPr lang="en-US"/>
        </a:p>
      </dgm:t>
    </dgm:pt>
    <dgm:pt modelId="{78730376-A5B5-4B06-9CF3-03B79924381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R² Score: 0.82</a:t>
          </a:r>
        </a:p>
      </dgm:t>
    </dgm:pt>
    <dgm:pt modelId="{C86458C6-A581-4AD2-8B3F-D69F397EB2D0}" type="parTrans" cxnId="{8644BC0C-A60F-4E7B-985C-57C1C4AAEB15}">
      <dgm:prSet/>
      <dgm:spPr/>
      <dgm:t>
        <a:bodyPr/>
        <a:lstStyle/>
        <a:p>
          <a:endParaRPr lang="en-US"/>
        </a:p>
      </dgm:t>
    </dgm:pt>
    <dgm:pt modelId="{4B6B4D57-A1C3-42FA-8E24-08AD988A9100}" type="sibTrans" cxnId="{8644BC0C-A60F-4E7B-985C-57C1C4AAEB15}">
      <dgm:prSet/>
      <dgm:spPr/>
      <dgm:t>
        <a:bodyPr/>
        <a:lstStyle/>
        <a:p>
          <a:endParaRPr lang="en-US"/>
        </a:p>
      </dgm:t>
    </dgm:pt>
    <dgm:pt modelId="{D3C1FC0C-F5F2-47D9-B8DB-200D139177C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MAE: 24.15</a:t>
          </a:r>
        </a:p>
      </dgm:t>
    </dgm:pt>
    <dgm:pt modelId="{E70D743C-5E31-40EF-AA34-D64B3D1C38E2}" type="parTrans" cxnId="{11132C6C-E077-4004-B4C3-2B269AFA5A98}">
      <dgm:prSet/>
      <dgm:spPr/>
      <dgm:t>
        <a:bodyPr/>
        <a:lstStyle/>
        <a:p>
          <a:endParaRPr lang="en-US"/>
        </a:p>
      </dgm:t>
    </dgm:pt>
    <dgm:pt modelId="{D0D43D44-4652-4B6A-90CE-8CD410999FBD}" type="sibTrans" cxnId="{11132C6C-E077-4004-B4C3-2B269AFA5A98}">
      <dgm:prSet/>
      <dgm:spPr/>
      <dgm:t>
        <a:bodyPr/>
        <a:lstStyle/>
        <a:p>
          <a:endParaRPr lang="en-US"/>
        </a:p>
      </dgm:t>
    </dgm:pt>
    <dgm:pt modelId="{13A081D6-1739-4D1A-BA3F-8D56FBC1240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RMSE: 36.90</a:t>
          </a:r>
        </a:p>
      </dgm:t>
    </dgm:pt>
    <dgm:pt modelId="{2C3ABC83-F360-4965-BF54-D65155A31696}" type="parTrans" cxnId="{5E99E510-8DDA-4962-A475-000C10AA3ECF}">
      <dgm:prSet/>
      <dgm:spPr/>
      <dgm:t>
        <a:bodyPr/>
        <a:lstStyle/>
        <a:p>
          <a:endParaRPr lang="en-US"/>
        </a:p>
      </dgm:t>
    </dgm:pt>
    <dgm:pt modelId="{08457EEF-4C5F-415D-AE51-63D5BAF7FC11}" type="sibTrans" cxnId="{5E99E510-8DDA-4962-A475-000C10AA3ECF}">
      <dgm:prSet/>
      <dgm:spPr/>
      <dgm:t>
        <a:bodyPr/>
        <a:lstStyle/>
        <a:p>
          <a:endParaRPr lang="en-US"/>
        </a:p>
      </dgm:t>
    </dgm:pt>
    <dgm:pt modelId="{AE95DA0A-114D-4892-AE91-C51D4A89B53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Interpretation:</a:t>
          </a:r>
        </a:p>
      </dgm:t>
    </dgm:pt>
    <dgm:pt modelId="{FF0663AF-5AFE-4C35-9959-4B24B6EEEE2D}" type="parTrans" cxnId="{8B118D9A-D455-4E2E-A96C-2F38AAEB2BF0}">
      <dgm:prSet/>
      <dgm:spPr/>
      <dgm:t>
        <a:bodyPr/>
        <a:lstStyle/>
        <a:p>
          <a:endParaRPr lang="en-US"/>
        </a:p>
      </dgm:t>
    </dgm:pt>
    <dgm:pt modelId="{0C6A43CD-7A5B-4CBF-B955-19CF063E2E58}" type="sibTrans" cxnId="{8B118D9A-D455-4E2E-A96C-2F38AAEB2BF0}">
      <dgm:prSet/>
      <dgm:spPr/>
      <dgm:t>
        <a:bodyPr/>
        <a:lstStyle/>
        <a:p>
          <a:endParaRPr lang="en-US"/>
        </a:p>
      </dgm:t>
    </dgm:pt>
    <dgm:pt modelId="{FD11BF94-C5F6-422A-8E22-85FA25E1701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model explains 82% of the variance in transaction amounts</a:t>
          </a:r>
        </a:p>
      </dgm:t>
    </dgm:pt>
    <dgm:pt modelId="{F7790633-4011-42B6-8DED-47CB8D861B52}" type="parTrans" cxnId="{14B80AC9-E771-4A40-9DBE-036B1E5D0B43}">
      <dgm:prSet/>
      <dgm:spPr/>
      <dgm:t>
        <a:bodyPr/>
        <a:lstStyle/>
        <a:p>
          <a:endParaRPr lang="en-US"/>
        </a:p>
      </dgm:t>
    </dgm:pt>
    <dgm:pt modelId="{8F0C76D7-4A13-49DF-85F4-1BEB81EFFD42}" type="sibTrans" cxnId="{14B80AC9-E771-4A40-9DBE-036B1E5D0B43}">
      <dgm:prSet/>
      <dgm:spPr/>
      <dgm:t>
        <a:bodyPr/>
        <a:lstStyle/>
        <a:p>
          <a:endParaRPr lang="en-US"/>
        </a:p>
      </dgm:t>
    </dgm:pt>
    <dgm:pt modelId="{C0D2AEFA-41A9-4F8A-9B27-53331E94945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Average prediction error is about $24 per transaction</a:t>
          </a:r>
        </a:p>
      </dgm:t>
    </dgm:pt>
    <dgm:pt modelId="{0A37408F-96EE-4DFA-A6E7-46EA6B1FC88A}" type="parTrans" cxnId="{D53D1580-9A67-42D3-B921-A3193AEAD8C5}">
      <dgm:prSet/>
      <dgm:spPr/>
      <dgm:t>
        <a:bodyPr/>
        <a:lstStyle/>
        <a:p>
          <a:endParaRPr lang="en-US"/>
        </a:p>
      </dgm:t>
    </dgm:pt>
    <dgm:pt modelId="{AF1EF7E2-8AFA-420F-BB30-623D78F6DFD0}" type="sibTrans" cxnId="{D53D1580-9A67-42D3-B921-A3193AEAD8C5}">
      <dgm:prSet/>
      <dgm:spPr/>
      <dgm:t>
        <a:bodyPr/>
        <a:lstStyle/>
        <a:p>
          <a:endParaRPr lang="en-US"/>
        </a:p>
      </dgm:t>
    </dgm:pt>
    <dgm:pt modelId="{F2E557D5-F515-4424-94B6-B398C7F6E48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Overall, the model captures meaningful patterns in financial behavior.</a:t>
          </a:r>
        </a:p>
      </dgm:t>
    </dgm:pt>
    <dgm:pt modelId="{75D2A59A-EDED-43D1-8816-9683BACA872B}" type="parTrans" cxnId="{CA4F776E-210E-4B8C-8894-E51CB66D04F0}">
      <dgm:prSet/>
      <dgm:spPr/>
      <dgm:t>
        <a:bodyPr/>
        <a:lstStyle/>
        <a:p>
          <a:endParaRPr lang="en-US"/>
        </a:p>
      </dgm:t>
    </dgm:pt>
    <dgm:pt modelId="{A0D85B6D-FA78-4F46-8AEB-F52DA6B4086F}" type="sibTrans" cxnId="{CA4F776E-210E-4B8C-8894-E51CB66D04F0}">
      <dgm:prSet/>
      <dgm:spPr/>
      <dgm:t>
        <a:bodyPr/>
        <a:lstStyle/>
        <a:p>
          <a:endParaRPr lang="en-US"/>
        </a:p>
      </dgm:t>
    </dgm:pt>
    <dgm:pt modelId="{9B520B0B-0AB4-4050-B525-4D33E6F35481}" type="pres">
      <dgm:prSet presAssocID="{006B4591-8E57-4D27-944B-3E2090C91575}" presName="root" presStyleCnt="0">
        <dgm:presLayoutVars>
          <dgm:dir/>
          <dgm:resizeHandles val="exact"/>
        </dgm:presLayoutVars>
      </dgm:prSet>
      <dgm:spPr/>
    </dgm:pt>
    <dgm:pt modelId="{2258267C-7761-4792-9785-BC92A20845F3}" type="pres">
      <dgm:prSet presAssocID="{73BCECD7-16CE-482B-8720-86714F2A9437}" presName="compNode" presStyleCnt="0"/>
      <dgm:spPr/>
    </dgm:pt>
    <dgm:pt modelId="{4E7DF3D8-F300-42CA-BE11-435F2756A7C2}" type="pres">
      <dgm:prSet presAssocID="{73BCECD7-16CE-482B-8720-86714F2A9437}" presName="bgRect" presStyleLbl="bgShp" presStyleIdx="0" presStyleCnt="3"/>
      <dgm:spPr/>
    </dgm:pt>
    <dgm:pt modelId="{D0746F78-E8EB-434A-85D8-201D0B04B6A1}" type="pres">
      <dgm:prSet presAssocID="{73BCECD7-16CE-482B-8720-86714F2A943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351CA87D-7858-4AAE-8DFD-9C371FC7519F}" type="pres">
      <dgm:prSet presAssocID="{73BCECD7-16CE-482B-8720-86714F2A9437}" presName="spaceRect" presStyleCnt="0"/>
      <dgm:spPr/>
    </dgm:pt>
    <dgm:pt modelId="{1D567832-5CBC-48E6-AE92-65CFE8DFCBD5}" type="pres">
      <dgm:prSet presAssocID="{73BCECD7-16CE-482B-8720-86714F2A9437}" presName="parTx" presStyleLbl="revTx" presStyleIdx="0" presStyleCnt="5">
        <dgm:presLayoutVars>
          <dgm:chMax val="0"/>
          <dgm:chPref val="0"/>
        </dgm:presLayoutVars>
      </dgm:prSet>
      <dgm:spPr/>
    </dgm:pt>
    <dgm:pt modelId="{65597913-9F83-466F-AA94-46FF7435ECA6}" type="pres">
      <dgm:prSet presAssocID="{73BCECD7-16CE-482B-8720-86714F2A9437}" presName="desTx" presStyleLbl="revTx" presStyleIdx="1" presStyleCnt="5">
        <dgm:presLayoutVars/>
      </dgm:prSet>
      <dgm:spPr/>
    </dgm:pt>
    <dgm:pt modelId="{95D20ED0-FF83-400F-A3C1-402921E6124B}" type="pres">
      <dgm:prSet presAssocID="{E5A87C47-BDBA-4047-9C70-7E4D820A9597}" presName="sibTrans" presStyleCnt="0"/>
      <dgm:spPr/>
    </dgm:pt>
    <dgm:pt modelId="{3FB0F27F-7A6F-407A-A503-9CB196A0F544}" type="pres">
      <dgm:prSet presAssocID="{AE95DA0A-114D-4892-AE91-C51D4A89B538}" presName="compNode" presStyleCnt="0"/>
      <dgm:spPr/>
    </dgm:pt>
    <dgm:pt modelId="{5CC5F836-0D2B-4FC3-81A5-FC1EF69C3B8E}" type="pres">
      <dgm:prSet presAssocID="{AE95DA0A-114D-4892-AE91-C51D4A89B538}" presName="bgRect" presStyleLbl="bgShp" presStyleIdx="1" presStyleCnt="3"/>
      <dgm:spPr/>
    </dgm:pt>
    <dgm:pt modelId="{2AEA2774-E9E3-47D6-9E41-604913D66050}" type="pres">
      <dgm:prSet presAssocID="{AE95DA0A-114D-4892-AE91-C51D4A89B53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C36E829F-254B-4167-ACB6-E254217776F7}" type="pres">
      <dgm:prSet presAssocID="{AE95DA0A-114D-4892-AE91-C51D4A89B538}" presName="spaceRect" presStyleCnt="0"/>
      <dgm:spPr/>
    </dgm:pt>
    <dgm:pt modelId="{70A7EF7B-ABC2-42C7-A7D8-4479FF22F122}" type="pres">
      <dgm:prSet presAssocID="{AE95DA0A-114D-4892-AE91-C51D4A89B538}" presName="parTx" presStyleLbl="revTx" presStyleIdx="2" presStyleCnt="5">
        <dgm:presLayoutVars>
          <dgm:chMax val="0"/>
          <dgm:chPref val="0"/>
        </dgm:presLayoutVars>
      </dgm:prSet>
      <dgm:spPr/>
    </dgm:pt>
    <dgm:pt modelId="{4E9BDFB1-7CD9-4804-9BBE-D9E306982F48}" type="pres">
      <dgm:prSet presAssocID="{AE95DA0A-114D-4892-AE91-C51D4A89B538}" presName="desTx" presStyleLbl="revTx" presStyleIdx="3" presStyleCnt="5">
        <dgm:presLayoutVars/>
      </dgm:prSet>
      <dgm:spPr/>
    </dgm:pt>
    <dgm:pt modelId="{029FE070-AC4D-44DF-93EA-8D7FAF85FC1B}" type="pres">
      <dgm:prSet presAssocID="{0C6A43CD-7A5B-4CBF-B955-19CF063E2E58}" presName="sibTrans" presStyleCnt="0"/>
      <dgm:spPr/>
    </dgm:pt>
    <dgm:pt modelId="{7C57E04F-AF5A-411A-BE22-BA74AFB3CA15}" type="pres">
      <dgm:prSet presAssocID="{F2E557D5-F515-4424-94B6-B398C7F6E486}" presName="compNode" presStyleCnt="0"/>
      <dgm:spPr/>
    </dgm:pt>
    <dgm:pt modelId="{36601891-7894-43F6-8A4C-A63A5A15FF44}" type="pres">
      <dgm:prSet presAssocID="{F2E557D5-F515-4424-94B6-B398C7F6E486}" presName="bgRect" presStyleLbl="bgShp" presStyleIdx="2" presStyleCnt="3"/>
      <dgm:spPr/>
    </dgm:pt>
    <dgm:pt modelId="{F3410515-78B7-4045-83D4-925B42616330}" type="pres">
      <dgm:prSet presAssocID="{F2E557D5-F515-4424-94B6-B398C7F6E48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3CFD073E-2509-4126-B46E-C80A9AE1EE9A}" type="pres">
      <dgm:prSet presAssocID="{F2E557D5-F515-4424-94B6-B398C7F6E486}" presName="spaceRect" presStyleCnt="0"/>
      <dgm:spPr/>
    </dgm:pt>
    <dgm:pt modelId="{EE16B8CD-7F51-4921-A73E-CEC1F539BD7B}" type="pres">
      <dgm:prSet presAssocID="{F2E557D5-F515-4424-94B6-B398C7F6E486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48DB390B-E2D4-4AF3-B2E7-4509330F7491}" type="presOf" srcId="{78730376-A5B5-4B06-9CF3-03B799243810}" destId="{65597913-9F83-466F-AA94-46FF7435ECA6}" srcOrd="0" destOrd="0" presId="urn:microsoft.com/office/officeart/2018/2/layout/IconVerticalSolidList"/>
    <dgm:cxn modelId="{8644BC0C-A60F-4E7B-985C-57C1C4AAEB15}" srcId="{73BCECD7-16CE-482B-8720-86714F2A9437}" destId="{78730376-A5B5-4B06-9CF3-03B799243810}" srcOrd="0" destOrd="0" parTransId="{C86458C6-A581-4AD2-8B3F-D69F397EB2D0}" sibTransId="{4B6B4D57-A1C3-42FA-8E24-08AD988A9100}"/>
    <dgm:cxn modelId="{5E99E510-8DDA-4962-A475-000C10AA3ECF}" srcId="{73BCECD7-16CE-482B-8720-86714F2A9437}" destId="{13A081D6-1739-4D1A-BA3F-8D56FBC12409}" srcOrd="2" destOrd="0" parTransId="{2C3ABC83-F360-4965-BF54-D65155A31696}" sibTransId="{08457EEF-4C5F-415D-AE51-63D5BAF7FC11}"/>
    <dgm:cxn modelId="{BFFA341B-4FB9-4A93-BD3B-992B6BBAC227}" type="presOf" srcId="{C0D2AEFA-41A9-4F8A-9B27-53331E949457}" destId="{4E9BDFB1-7CD9-4804-9BBE-D9E306982F48}" srcOrd="0" destOrd="1" presId="urn:microsoft.com/office/officeart/2018/2/layout/IconVerticalSolidList"/>
    <dgm:cxn modelId="{3AF2033D-FFAD-42E7-9981-951B2ACA659D}" type="presOf" srcId="{73BCECD7-16CE-482B-8720-86714F2A9437}" destId="{1D567832-5CBC-48E6-AE92-65CFE8DFCBD5}" srcOrd="0" destOrd="0" presId="urn:microsoft.com/office/officeart/2018/2/layout/IconVerticalSolidList"/>
    <dgm:cxn modelId="{3A782846-C804-40F2-BAE8-07825B542391}" type="presOf" srcId="{006B4591-8E57-4D27-944B-3E2090C91575}" destId="{9B520B0B-0AB4-4050-B525-4D33E6F35481}" srcOrd="0" destOrd="0" presId="urn:microsoft.com/office/officeart/2018/2/layout/IconVerticalSolidList"/>
    <dgm:cxn modelId="{77FAE968-3103-4C0C-8131-E8A54D0B5915}" type="presOf" srcId="{FD11BF94-C5F6-422A-8E22-85FA25E17018}" destId="{4E9BDFB1-7CD9-4804-9BBE-D9E306982F48}" srcOrd="0" destOrd="0" presId="urn:microsoft.com/office/officeart/2018/2/layout/IconVerticalSolidList"/>
    <dgm:cxn modelId="{11132C6C-E077-4004-B4C3-2B269AFA5A98}" srcId="{73BCECD7-16CE-482B-8720-86714F2A9437}" destId="{D3C1FC0C-F5F2-47D9-B8DB-200D139177CE}" srcOrd="1" destOrd="0" parTransId="{E70D743C-5E31-40EF-AA34-D64B3D1C38E2}" sibTransId="{D0D43D44-4652-4B6A-90CE-8CD410999FBD}"/>
    <dgm:cxn modelId="{CA4F776E-210E-4B8C-8894-E51CB66D04F0}" srcId="{006B4591-8E57-4D27-944B-3E2090C91575}" destId="{F2E557D5-F515-4424-94B6-B398C7F6E486}" srcOrd="2" destOrd="0" parTransId="{75D2A59A-EDED-43D1-8816-9683BACA872B}" sibTransId="{A0D85B6D-FA78-4F46-8AEB-F52DA6B4086F}"/>
    <dgm:cxn modelId="{6F90C77A-4BB0-4CD7-BD2E-B8E40DBEA255}" type="presOf" srcId="{13A081D6-1739-4D1A-BA3F-8D56FBC12409}" destId="{65597913-9F83-466F-AA94-46FF7435ECA6}" srcOrd="0" destOrd="2" presId="urn:microsoft.com/office/officeart/2018/2/layout/IconVerticalSolidList"/>
    <dgm:cxn modelId="{D53D1580-9A67-42D3-B921-A3193AEAD8C5}" srcId="{AE95DA0A-114D-4892-AE91-C51D4A89B538}" destId="{C0D2AEFA-41A9-4F8A-9B27-53331E949457}" srcOrd="1" destOrd="0" parTransId="{0A37408F-96EE-4DFA-A6E7-46EA6B1FC88A}" sibTransId="{AF1EF7E2-8AFA-420F-BB30-623D78F6DFD0}"/>
    <dgm:cxn modelId="{8B118D9A-D455-4E2E-A96C-2F38AAEB2BF0}" srcId="{006B4591-8E57-4D27-944B-3E2090C91575}" destId="{AE95DA0A-114D-4892-AE91-C51D4A89B538}" srcOrd="1" destOrd="0" parTransId="{FF0663AF-5AFE-4C35-9959-4B24B6EEEE2D}" sibTransId="{0C6A43CD-7A5B-4CBF-B955-19CF063E2E58}"/>
    <dgm:cxn modelId="{266F46C7-A1A8-4212-ABC4-407181B18741}" type="presOf" srcId="{D3C1FC0C-F5F2-47D9-B8DB-200D139177CE}" destId="{65597913-9F83-466F-AA94-46FF7435ECA6}" srcOrd="0" destOrd="1" presId="urn:microsoft.com/office/officeart/2018/2/layout/IconVerticalSolidList"/>
    <dgm:cxn modelId="{14B80AC9-E771-4A40-9DBE-036B1E5D0B43}" srcId="{AE95DA0A-114D-4892-AE91-C51D4A89B538}" destId="{FD11BF94-C5F6-422A-8E22-85FA25E17018}" srcOrd="0" destOrd="0" parTransId="{F7790633-4011-42B6-8DED-47CB8D861B52}" sibTransId="{8F0C76D7-4A13-49DF-85F4-1BEB81EFFD42}"/>
    <dgm:cxn modelId="{B41972D8-B817-4641-A9EF-4EC4B1F79009}" srcId="{006B4591-8E57-4D27-944B-3E2090C91575}" destId="{73BCECD7-16CE-482B-8720-86714F2A9437}" srcOrd="0" destOrd="0" parTransId="{58146EFA-AE06-4513-B07A-DE943C1E93B1}" sibTransId="{E5A87C47-BDBA-4047-9C70-7E4D820A9597}"/>
    <dgm:cxn modelId="{1872C4E0-AFC5-40BC-857F-3279364E6973}" type="presOf" srcId="{F2E557D5-F515-4424-94B6-B398C7F6E486}" destId="{EE16B8CD-7F51-4921-A73E-CEC1F539BD7B}" srcOrd="0" destOrd="0" presId="urn:microsoft.com/office/officeart/2018/2/layout/IconVerticalSolidList"/>
    <dgm:cxn modelId="{E1C1FAE6-F142-4EB8-8CC5-3FD20409AD94}" type="presOf" srcId="{AE95DA0A-114D-4892-AE91-C51D4A89B538}" destId="{70A7EF7B-ABC2-42C7-A7D8-4479FF22F122}" srcOrd="0" destOrd="0" presId="urn:microsoft.com/office/officeart/2018/2/layout/IconVerticalSolidList"/>
    <dgm:cxn modelId="{8F1D7723-1713-47D3-A042-B94F929D1B7B}" type="presParOf" srcId="{9B520B0B-0AB4-4050-B525-4D33E6F35481}" destId="{2258267C-7761-4792-9785-BC92A20845F3}" srcOrd="0" destOrd="0" presId="urn:microsoft.com/office/officeart/2018/2/layout/IconVerticalSolidList"/>
    <dgm:cxn modelId="{895640A2-1814-4D71-BD46-5A851B0C5A44}" type="presParOf" srcId="{2258267C-7761-4792-9785-BC92A20845F3}" destId="{4E7DF3D8-F300-42CA-BE11-435F2756A7C2}" srcOrd="0" destOrd="0" presId="urn:microsoft.com/office/officeart/2018/2/layout/IconVerticalSolidList"/>
    <dgm:cxn modelId="{BE99DF93-FF80-43C2-8616-A8D57B7D5ACD}" type="presParOf" srcId="{2258267C-7761-4792-9785-BC92A20845F3}" destId="{D0746F78-E8EB-434A-85D8-201D0B04B6A1}" srcOrd="1" destOrd="0" presId="urn:microsoft.com/office/officeart/2018/2/layout/IconVerticalSolidList"/>
    <dgm:cxn modelId="{BFD2D0CC-052A-4BCD-9158-AC903CB5DF39}" type="presParOf" srcId="{2258267C-7761-4792-9785-BC92A20845F3}" destId="{351CA87D-7858-4AAE-8DFD-9C371FC7519F}" srcOrd="2" destOrd="0" presId="urn:microsoft.com/office/officeart/2018/2/layout/IconVerticalSolidList"/>
    <dgm:cxn modelId="{1857206B-91C2-4C23-B5CC-289CDEE937DE}" type="presParOf" srcId="{2258267C-7761-4792-9785-BC92A20845F3}" destId="{1D567832-5CBC-48E6-AE92-65CFE8DFCBD5}" srcOrd="3" destOrd="0" presId="urn:microsoft.com/office/officeart/2018/2/layout/IconVerticalSolidList"/>
    <dgm:cxn modelId="{667842FD-E6A0-4E46-83C7-8E4DB5966575}" type="presParOf" srcId="{2258267C-7761-4792-9785-BC92A20845F3}" destId="{65597913-9F83-466F-AA94-46FF7435ECA6}" srcOrd="4" destOrd="0" presId="urn:microsoft.com/office/officeart/2018/2/layout/IconVerticalSolidList"/>
    <dgm:cxn modelId="{0C792414-4970-4E1F-A508-6DBED20576C0}" type="presParOf" srcId="{9B520B0B-0AB4-4050-B525-4D33E6F35481}" destId="{95D20ED0-FF83-400F-A3C1-402921E6124B}" srcOrd="1" destOrd="0" presId="urn:microsoft.com/office/officeart/2018/2/layout/IconVerticalSolidList"/>
    <dgm:cxn modelId="{13A07199-9BC6-4787-85C8-7F04EA788EF9}" type="presParOf" srcId="{9B520B0B-0AB4-4050-B525-4D33E6F35481}" destId="{3FB0F27F-7A6F-407A-A503-9CB196A0F544}" srcOrd="2" destOrd="0" presId="urn:microsoft.com/office/officeart/2018/2/layout/IconVerticalSolidList"/>
    <dgm:cxn modelId="{E15A300A-C706-4279-ADED-31A1DBB88136}" type="presParOf" srcId="{3FB0F27F-7A6F-407A-A503-9CB196A0F544}" destId="{5CC5F836-0D2B-4FC3-81A5-FC1EF69C3B8E}" srcOrd="0" destOrd="0" presId="urn:microsoft.com/office/officeart/2018/2/layout/IconVerticalSolidList"/>
    <dgm:cxn modelId="{7CC8C5D7-B201-42BF-A0AC-863968458269}" type="presParOf" srcId="{3FB0F27F-7A6F-407A-A503-9CB196A0F544}" destId="{2AEA2774-E9E3-47D6-9E41-604913D66050}" srcOrd="1" destOrd="0" presId="urn:microsoft.com/office/officeart/2018/2/layout/IconVerticalSolidList"/>
    <dgm:cxn modelId="{106B338C-572A-459F-BF19-7B8EA54BE861}" type="presParOf" srcId="{3FB0F27F-7A6F-407A-A503-9CB196A0F544}" destId="{C36E829F-254B-4167-ACB6-E254217776F7}" srcOrd="2" destOrd="0" presId="urn:microsoft.com/office/officeart/2018/2/layout/IconVerticalSolidList"/>
    <dgm:cxn modelId="{E277965D-C58F-41BD-8E1B-F806A1EC84C6}" type="presParOf" srcId="{3FB0F27F-7A6F-407A-A503-9CB196A0F544}" destId="{70A7EF7B-ABC2-42C7-A7D8-4479FF22F122}" srcOrd="3" destOrd="0" presId="urn:microsoft.com/office/officeart/2018/2/layout/IconVerticalSolidList"/>
    <dgm:cxn modelId="{9ED56971-9DCC-4FEA-B8B3-97F3CFD3F4C1}" type="presParOf" srcId="{3FB0F27F-7A6F-407A-A503-9CB196A0F544}" destId="{4E9BDFB1-7CD9-4804-9BBE-D9E306982F48}" srcOrd="4" destOrd="0" presId="urn:microsoft.com/office/officeart/2018/2/layout/IconVerticalSolidList"/>
    <dgm:cxn modelId="{EFDB3FD5-852B-4DBE-8249-6D2BF075A9EF}" type="presParOf" srcId="{9B520B0B-0AB4-4050-B525-4D33E6F35481}" destId="{029FE070-AC4D-44DF-93EA-8D7FAF85FC1B}" srcOrd="3" destOrd="0" presId="urn:microsoft.com/office/officeart/2018/2/layout/IconVerticalSolidList"/>
    <dgm:cxn modelId="{06DEB379-86B8-41FB-9F8D-C80FB3245A44}" type="presParOf" srcId="{9B520B0B-0AB4-4050-B525-4D33E6F35481}" destId="{7C57E04F-AF5A-411A-BE22-BA74AFB3CA15}" srcOrd="4" destOrd="0" presId="urn:microsoft.com/office/officeart/2018/2/layout/IconVerticalSolidList"/>
    <dgm:cxn modelId="{EC12495F-739C-4A94-85C5-1D29CFA3E804}" type="presParOf" srcId="{7C57E04F-AF5A-411A-BE22-BA74AFB3CA15}" destId="{36601891-7894-43F6-8A4C-A63A5A15FF44}" srcOrd="0" destOrd="0" presId="urn:microsoft.com/office/officeart/2018/2/layout/IconVerticalSolidList"/>
    <dgm:cxn modelId="{5D0191B0-DF46-4C53-B248-B462BAF0F7DB}" type="presParOf" srcId="{7C57E04F-AF5A-411A-BE22-BA74AFB3CA15}" destId="{F3410515-78B7-4045-83D4-925B42616330}" srcOrd="1" destOrd="0" presId="urn:microsoft.com/office/officeart/2018/2/layout/IconVerticalSolidList"/>
    <dgm:cxn modelId="{DF25EB72-A040-48E8-A076-CBFB75221CCA}" type="presParOf" srcId="{7C57E04F-AF5A-411A-BE22-BA74AFB3CA15}" destId="{3CFD073E-2509-4126-B46E-C80A9AE1EE9A}" srcOrd="2" destOrd="0" presId="urn:microsoft.com/office/officeart/2018/2/layout/IconVerticalSolidList"/>
    <dgm:cxn modelId="{E00E16A8-F5AC-462F-B24D-90F279B9E4F1}" type="presParOf" srcId="{7C57E04F-AF5A-411A-BE22-BA74AFB3CA15}" destId="{EE16B8CD-7F51-4921-A73E-CEC1F539BD7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133F5C4-59A0-4D1E-A674-334DD822E6C3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DFBE751-B4FE-4CDF-A6B3-73A07F5099D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Feature importance analysis revealed that:</a:t>
          </a:r>
        </a:p>
      </dgm:t>
    </dgm:pt>
    <dgm:pt modelId="{64B44CF4-3CAB-4B5D-8741-DF7F2DD79A0E}" type="parTrans" cxnId="{A79A1193-B2BB-4883-874E-3EC386D06FD6}">
      <dgm:prSet/>
      <dgm:spPr/>
      <dgm:t>
        <a:bodyPr/>
        <a:lstStyle/>
        <a:p>
          <a:endParaRPr lang="en-US"/>
        </a:p>
      </dgm:t>
    </dgm:pt>
    <dgm:pt modelId="{1F0FA7FB-4352-4B1F-AA0D-2F8075DF763A}" type="sibTrans" cxnId="{A79A1193-B2BB-4883-874E-3EC386D06FD6}">
      <dgm:prSet/>
      <dgm:spPr/>
      <dgm:t>
        <a:bodyPr/>
        <a:lstStyle/>
        <a:p>
          <a:endParaRPr lang="en-US"/>
        </a:p>
      </dgm:t>
    </dgm:pt>
    <dgm:pt modelId="{027AE9E4-ACCB-43D7-B05E-8C831341239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Transaction category is the strongest predictor</a:t>
          </a:r>
        </a:p>
      </dgm:t>
    </dgm:pt>
    <dgm:pt modelId="{0EAB1CE5-64E1-4E93-9BE7-ED6C56ABBA09}" type="parTrans" cxnId="{2EBB1CB5-E207-48EB-AF30-5BB3F39B71B2}">
      <dgm:prSet/>
      <dgm:spPr/>
      <dgm:t>
        <a:bodyPr/>
        <a:lstStyle/>
        <a:p>
          <a:endParaRPr lang="en-US"/>
        </a:p>
      </dgm:t>
    </dgm:pt>
    <dgm:pt modelId="{E98C0D2B-61E0-4270-B5AB-CA739C874D92}" type="sibTrans" cxnId="{2EBB1CB5-E207-48EB-AF30-5BB3F39B71B2}">
      <dgm:prSet/>
      <dgm:spPr/>
      <dgm:t>
        <a:bodyPr/>
        <a:lstStyle/>
        <a:p>
          <a:endParaRPr lang="en-US"/>
        </a:p>
      </dgm:t>
    </dgm:pt>
    <dgm:pt modelId="{39B7CDF0-2E33-44DC-86A7-059CD542758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Merchant information significantly improves predictions</a:t>
          </a:r>
        </a:p>
      </dgm:t>
    </dgm:pt>
    <dgm:pt modelId="{E75A7499-C578-4767-B0B3-573A4778DFA1}" type="parTrans" cxnId="{1AE2E2CB-BB73-46B1-9AA4-B787C01299E8}">
      <dgm:prSet/>
      <dgm:spPr/>
      <dgm:t>
        <a:bodyPr/>
        <a:lstStyle/>
        <a:p>
          <a:endParaRPr lang="en-US"/>
        </a:p>
      </dgm:t>
    </dgm:pt>
    <dgm:pt modelId="{795A94CA-886B-48C6-8ADE-A55D5CE2A152}" type="sibTrans" cxnId="{1AE2E2CB-BB73-46B1-9AA4-B787C01299E8}">
      <dgm:prSet/>
      <dgm:spPr/>
      <dgm:t>
        <a:bodyPr/>
        <a:lstStyle/>
        <a:p>
          <a:endParaRPr lang="en-US"/>
        </a:p>
      </dgm:t>
    </dgm:pt>
    <dgm:pt modelId="{AFD535CA-7EDC-42A0-AC24-FD6EFF8D58E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Temporal features such as month influence spending</a:t>
          </a:r>
        </a:p>
      </dgm:t>
    </dgm:pt>
    <dgm:pt modelId="{9E89FC12-1010-49F0-8E15-30D12AC95C0F}" type="parTrans" cxnId="{B46B0717-BB91-4670-87A1-D2CD70EA12F6}">
      <dgm:prSet/>
      <dgm:spPr/>
      <dgm:t>
        <a:bodyPr/>
        <a:lstStyle/>
        <a:p>
          <a:endParaRPr lang="en-US"/>
        </a:p>
      </dgm:t>
    </dgm:pt>
    <dgm:pt modelId="{CD5697BD-2119-412B-87CB-59A8D8BD158F}" type="sibTrans" cxnId="{B46B0717-BB91-4670-87A1-D2CD70EA12F6}">
      <dgm:prSet/>
      <dgm:spPr/>
      <dgm:t>
        <a:bodyPr/>
        <a:lstStyle/>
        <a:p>
          <a:endParaRPr lang="en-US"/>
        </a:p>
      </dgm:t>
    </dgm:pt>
    <dgm:pt modelId="{A4A5AD95-3641-4C41-ADC7-5570A6A6136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Age has smaller influence</a:t>
          </a:r>
        </a:p>
      </dgm:t>
    </dgm:pt>
    <dgm:pt modelId="{7F803644-1BDF-4DD4-8FC5-B2887BB0386B}" type="parTrans" cxnId="{196BF4F8-8066-4ABD-A5B2-754F44C60D82}">
      <dgm:prSet/>
      <dgm:spPr/>
      <dgm:t>
        <a:bodyPr/>
        <a:lstStyle/>
        <a:p>
          <a:endParaRPr lang="en-US"/>
        </a:p>
      </dgm:t>
    </dgm:pt>
    <dgm:pt modelId="{B1DB6482-8587-4C64-AE7E-C49541BAA6F1}" type="sibTrans" cxnId="{196BF4F8-8066-4ABD-A5B2-754F44C60D82}">
      <dgm:prSet/>
      <dgm:spPr/>
      <dgm:t>
        <a:bodyPr/>
        <a:lstStyle/>
        <a:p>
          <a:endParaRPr lang="en-US"/>
        </a:p>
      </dgm:t>
    </dgm:pt>
    <dgm:pt modelId="{34381AE1-5C2D-49D1-8767-9D2E7788ADD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This confirms that spending behavior is primarily contextual rather than demographic.</a:t>
          </a:r>
        </a:p>
      </dgm:t>
    </dgm:pt>
    <dgm:pt modelId="{E25BA7ED-A1FC-4952-97BC-704BC156AE08}" type="parTrans" cxnId="{0D2356B1-F3DD-459C-BB7B-D282B733EF0F}">
      <dgm:prSet/>
      <dgm:spPr/>
      <dgm:t>
        <a:bodyPr/>
        <a:lstStyle/>
        <a:p>
          <a:endParaRPr lang="en-US"/>
        </a:p>
      </dgm:t>
    </dgm:pt>
    <dgm:pt modelId="{19D4B982-298B-4716-97B2-D4F523909F9E}" type="sibTrans" cxnId="{0D2356B1-F3DD-459C-BB7B-D282B733EF0F}">
      <dgm:prSet/>
      <dgm:spPr/>
      <dgm:t>
        <a:bodyPr/>
        <a:lstStyle/>
        <a:p>
          <a:endParaRPr lang="en-US"/>
        </a:p>
      </dgm:t>
    </dgm:pt>
    <dgm:pt modelId="{724A4B6A-3A2A-49AC-9E37-A097F2C26968}" type="pres">
      <dgm:prSet presAssocID="{6133F5C4-59A0-4D1E-A674-334DD822E6C3}" presName="root" presStyleCnt="0">
        <dgm:presLayoutVars>
          <dgm:dir/>
          <dgm:resizeHandles val="exact"/>
        </dgm:presLayoutVars>
      </dgm:prSet>
      <dgm:spPr/>
    </dgm:pt>
    <dgm:pt modelId="{E73D54E4-BFEF-40E1-8966-08103E0595EC}" type="pres">
      <dgm:prSet presAssocID="{ADFBE751-B4FE-4CDF-A6B3-73A07F5099D0}" presName="compNode" presStyleCnt="0"/>
      <dgm:spPr/>
    </dgm:pt>
    <dgm:pt modelId="{F35C3437-8581-4041-8ADA-0E82E04051C5}" type="pres">
      <dgm:prSet presAssocID="{ADFBE751-B4FE-4CDF-A6B3-73A07F5099D0}" presName="bgRect" presStyleLbl="bgShp" presStyleIdx="0" presStyleCnt="2"/>
      <dgm:spPr/>
    </dgm:pt>
    <dgm:pt modelId="{E9EC1BF9-B8F1-4542-8477-C690E8749726}" type="pres">
      <dgm:prSet presAssocID="{ADFBE751-B4FE-4CDF-A6B3-73A07F5099D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ED2BFDF0-D3AC-43F6-814B-9619A47AC825}" type="pres">
      <dgm:prSet presAssocID="{ADFBE751-B4FE-4CDF-A6B3-73A07F5099D0}" presName="spaceRect" presStyleCnt="0"/>
      <dgm:spPr/>
    </dgm:pt>
    <dgm:pt modelId="{5B94E574-D873-4BED-8965-625AF16705CD}" type="pres">
      <dgm:prSet presAssocID="{ADFBE751-B4FE-4CDF-A6B3-73A07F5099D0}" presName="parTx" presStyleLbl="revTx" presStyleIdx="0" presStyleCnt="3">
        <dgm:presLayoutVars>
          <dgm:chMax val="0"/>
          <dgm:chPref val="0"/>
        </dgm:presLayoutVars>
      </dgm:prSet>
      <dgm:spPr/>
    </dgm:pt>
    <dgm:pt modelId="{7FFF7489-6109-4D48-B95E-5C8BA63964CE}" type="pres">
      <dgm:prSet presAssocID="{ADFBE751-B4FE-4CDF-A6B3-73A07F5099D0}" presName="desTx" presStyleLbl="revTx" presStyleIdx="1" presStyleCnt="3">
        <dgm:presLayoutVars/>
      </dgm:prSet>
      <dgm:spPr/>
    </dgm:pt>
    <dgm:pt modelId="{D7DC0B79-5BCB-4D2C-978E-831412F25E95}" type="pres">
      <dgm:prSet presAssocID="{1F0FA7FB-4352-4B1F-AA0D-2F8075DF763A}" presName="sibTrans" presStyleCnt="0"/>
      <dgm:spPr/>
    </dgm:pt>
    <dgm:pt modelId="{8A31DE6B-7FD4-40C1-AEF2-7E889C79F038}" type="pres">
      <dgm:prSet presAssocID="{34381AE1-5C2D-49D1-8767-9D2E7788ADD7}" presName="compNode" presStyleCnt="0"/>
      <dgm:spPr/>
    </dgm:pt>
    <dgm:pt modelId="{C2DDEAEE-A8F3-4BEA-8E7E-79FE98B19715}" type="pres">
      <dgm:prSet presAssocID="{34381AE1-5C2D-49D1-8767-9D2E7788ADD7}" presName="bgRect" presStyleLbl="bgShp" presStyleIdx="1" presStyleCnt="2"/>
      <dgm:spPr/>
    </dgm:pt>
    <dgm:pt modelId="{6BCA2C46-0199-478C-B48D-AA87B50865C3}" type="pres">
      <dgm:prSet presAssocID="{34381AE1-5C2D-49D1-8767-9D2E7788ADD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Japanese Dolls"/>
        </a:ext>
      </dgm:extLst>
    </dgm:pt>
    <dgm:pt modelId="{7B032A13-C6E2-4958-B896-E03CC8F81B8C}" type="pres">
      <dgm:prSet presAssocID="{34381AE1-5C2D-49D1-8767-9D2E7788ADD7}" presName="spaceRect" presStyleCnt="0"/>
      <dgm:spPr/>
    </dgm:pt>
    <dgm:pt modelId="{24B3B29A-16B5-4425-A5F5-01EEB6592E28}" type="pres">
      <dgm:prSet presAssocID="{34381AE1-5C2D-49D1-8767-9D2E7788ADD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043A50F-169D-46B8-8C99-5483CE4C2255}" type="presOf" srcId="{AFD535CA-7EDC-42A0-AC24-FD6EFF8D58EA}" destId="{7FFF7489-6109-4D48-B95E-5C8BA63964CE}" srcOrd="0" destOrd="2" presId="urn:microsoft.com/office/officeart/2018/2/layout/IconVerticalSolidList"/>
    <dgm:cxn modelId="{B46B0717-BB91-4670-87A1-D2CD70EA12F6}" srcId="{ADFBE751-B4FE-4CDF-A6B3-73A07F5099D0}" destId="{AFD535CA-7EDC-42A0-AC24-FD6EFF8D58EA}" srcOrd="2" destOrd="0" parTransId="{9E89FC12-1010-49F0-8E15-30D12AC95C0F}" sibTransId="{CD5697BD-2119-412B-87CB-59A8D8BD158F}"/>
    <dgm:cxn modelId="{58BEC12E-98AE-4366-8468-D66657ED5A53}" type="presOf" srcId="{34381AE1-5C2D-49D1-8767-9D2E7788ADD7}" destId="{24B3B29A-16B5-4425-A5F5-01EEB6592E28}" srcOrd="0" destOrd="0" presId="urn:microsoft.com/office/officeart/2018/2/layout/IconVerticalSolidList"/>
    <dgm:cxn modelId="{938E3433-0FDA-44E5-A2DA-AC1A57A303E1}" type="presOf" srcId="{ADFBE751-B4FE-4CDF-A6B3-73A07F5099D0}" destId="{5B94E574-D873-4BED-8965-625AF16705CD}" srcOrd="0" destOrd="0" presId="urn:microsoft.com/office/officeart/2018/2/layout/IconVerticalSolidList"/>
    <dgm:cxn modelId="{CD5C5E38-DDBF-4769-8D62-4C47E3CD6A6E}" type="presOf" srcId="{027AE9E4-ACCB-43D7-B05E-8C8313412397}" destId="{7FFF7489-6109-4D48-B95E-5C8BA63964CE}" srcOrd="0" destOrd="0" presId="urn:microsoft.com/office/officeart/2018/2/layout/IconVerticalSolidList"/>
    <dgm:cxn modelId="{9883EF67-06FF-4D25-AE2E-C2291F4B406E}" type="presOf" srcId="{39B7CDF0-2E33-44DC-86A7-059CD542758B}" destId="{7FFF7489-6109-4D48-B95E-5C8BA63964CE}" srcOrd="0" destOrd="1" presId="urn:microsoft.com/office/officeart/2018/2/layout/IconVerticalSolidList"/>
    <dgm:cxn modelId="{760B438F-464C-48FE-9C20-9C4D641281A2}" type="presOf" srcId="{6133F5C4-59A0-4D1E-A674-334DD822E6C3}" destId="{724A4B6A-3A2A-49AC-9E37-A097F2C26968}" srcOrd="0" destOrd="0" presId="urn:microsoft.com/office/officeart/2018/2/layout/IconVerticalSolidList"/>
    <dgm:cxn modelId="{A79A1193-B2BB-4883-874E-3EC386D06FD6}" srcId="{6133F5C4-59A0-4D1E-A674-334DD822E6C3}" destId="{ADFBE751-B4FE-4CDF-A6B3-73A07F5099D0}" srcOrd="0" destOrd="0" parTransId="{64B44CF4-3CAB-4B5D-8741-DF7F2DD79A0E}" sibTransId="{1F0FA7FB-4352-4B1F-AA0D-2F8075DF763A}"/>
    <dgm:cxn modelId="{0D2356B1-F3DD-459C-BB7B-D282B733EF0F}" srcId="{6133F5C4-59A0-4D1E-A674-334DD822E6C3}" destId="{34381AE1-5C2D-49D1-8767-9D2E7788ADD7}" srcOrd="1" destOrd="0" parTransId="{E25BA7ED-A1FC-4952-97BC-704BC156AE08}" sibTransId="{19D4B982-298B-4716-97B2-D4F523909F9E}"/>
    <dgm:cxn modelId="{2EBB1CB5-E207-48EB-AF30-5BB3F39B71B2}" srcId="{ADFBE751-B4FE-4CDF-A6B3-73A07F5099D0}" destId="{027AE9E4-ACCB-43D7-B05E-8C8313412397}" srcOrd="0" destOrd="0" parTransId="{0EAB1CE5-64E1-4E93-9BE7-ED6C56ABBA09}" sibTransId="{E98C0D2B-61E0-4270-B5AB-CA739C874D92}"/>
    <dgm:cxn modelId="{1AE2E2CB-BB73-46B1-9AA4-B787C01299E8}" srcId="{ADFBE751-B4FE-4CDF-A6B3-73A07F5099D0}" destId="{39B7CDF0-2E33-44DC-86A7-059CD542758B}" srcOrd="1" destOrd="0" parTransId="{E75A7499-C578-4767-B0B3-573A4778DFA1}" sibTransId="{795A94CA-886B-48C6-8ADE-A55D5CE2A152}"/>
    <dgm:cxn modelId="{E7BD1CEE-9D53-4A0A-8AAF-020DB18B76F4}" type="presOf" srcId="{A4A5AD95-3641-4C41-ADC7-5570A6A61364}" destId="{7FFF7489-6109-4D48-B95E-5C8BA63964CE}" srcOrd="0" destOrd="3" presId="urn:microsoft.com/office/officeart/2018/2/layout/IconVerticalSolidList"/>
    <dgm:cxn modelId="{196BF4F8-8066-4ABD-A5B2-754F44C60D82}" srcId="{ADFBE751-B4FE-4CDF-A6B3-73A07F5099D0}" destId="{A4A5AD95-3641-4C41-ADC7-5570A6A61364}" srcOrd="3" destOrd="0" parTransId="{7F803644-1BDF-4DD4-8FC5-B2887BB0386B}" sibTransId="{B1DB6482-8587-4C64-AE7E-C49541BAA6F1}"/>
    <dgm:cxn modelId="{9DE397F4-3C56-4366-AD75-36489B07F658}" type="presParOf" srcId="{724A4B6A-3A2A-49AC-9E37-A097F2C26968}" destId="{E73D54E4-BFEF-40E1-8966-08103E0595EC}" srcOrd="0" destOrd="0" presId="urn:microsoft.com/office/officeart/2018/2/layout/IconVerticalSolidList"/>
    <dgm:cxn modelId="{1E49ABFF-6AEE-4DE4-A308-F47E543F597B}" type="presParOf" srcId="{E73D54E4-BFEF-40E1-8966-08103E0595EC}" destId="{F35C3437-8581-4041-8ADA-0E82E04051C5}" srcOrd="0" destOrd="0" presId="urn:microsoft.com/office/officeart/2018/2/layout/IconVerticalSolidList"/>
    <dgm:cxn modelId="{E5170002-0A27-44B8-A738-1A4953C272F6}" type="presParOf" srcId="{E73D54E4-BFEF-40E1-8966-08103E0595EC}" destId="{E9EC1BF9-B8F1-4542-8477-C690E8749726}" srcOrd="1" destOrd="0" presId="urn:microsoft.com/office/officeart/2018/2/layout/IconVerticalSolidList"/>
    <dgm:cxn modelId="{FB987442-20D2-4527-B496-C9401EDDF696}" type="presParOf" srcId="{E73D54E4-BFEF-40E1-8966-08103E0595EC}" destId="{ED2BFDF0-D3AC-43F6-814B-9619A47AC825}" srcOrd="2" destOrd="0" presId="urn:microsoft.com/office/officeart/2018/2/layout/IconVerticalSolidList"/>
    <dgm:cxn modelId="{B7D53765-67AF-4561-B353-C0EFFFD0B567}" type="presParOf" srcId="{E73D54E4-BFEF-40E1-8966-08103E0595EC}" destId="{5B94E574-D873-4BED-8965-625AF16705CD}" srcOrd="3" destOrd="0" presId="urn:microsoft.com/office/officeart/2018/2/layout/IconVerticalSolidList"/>
    <dgm:cxn modelId="{9187EFC7-923A-4C2C-B897-6065BBEF16A4}" type="presParOf" srcId="{E73D54E4-BFEF-40E1-8966-08103E0595EC}" destId="{7FFF7489-6109-4D48-B95E-5C8BA63964CE}" srcOrd="4" destOrd="0" presId="urn:microsoft.com/office/officeart/2018/2/layout/IconVerticalSolidList"/>
    <dgm:cxn modelId="{871CBB03-C571-4AFB-A346-9DD14A64124F}" type="presParOf" srcId="{724A4B6A-3A2A-49AC-9E37-A097F2C26968}" destId="{D7DC0B79-5BCB-4D2C-978E-831412F25E95}" srcOrd="1" destOrd="0" presId="urn:microsoft.com/office/officeart/2018/2/layout/IconVerticalSolidList"/>
    <dgm:cxn modelId="{9B901C3D-FA0A-4B89-9AC8-B5E66D8AAA4B}" type="presParOf" srcId="{724A4B6A-3A2A-49AC-9E37-A097F2C26968}" destId="{8A31DE6B-7FD4-40C1-AEF2-7E889C79F038}" srcOrd="2" destOrd="0" presId="urn:microsoft.com/office/officeart/2018/2/layout/IconVerticalSolidList"/>
    <dgm:cxn modelId="{5A0C413E-7BCE-4E06-8527-90887CEA3695}" type="presParOf" srcId="{8A31DE6B-7FD4-40C1-AEF2-7E889C79F038}" destId="{C2DDEAEE-A8F3-4BEA-8E7E-79FE98B19715}" srcOrd="0" destOrd="0" presId="urn:microsoft.com/office/officeart/2018/2/layout/IconVerticalSolidList"/>
    <dgm:cxn modelId="{BC0F17F0-2B0A-414A-8201-64007981FCA8}" type="presParOf" srcId="{8A31DE6B-7FD4-40C1-AEF2-7E889C79F038}" destId="{6BCA2C46-0199-478C-B48D-AA87B50865C3}" srcOrd="1" destOrd="0" presId="urn:microsoft.com/office/officeart/2018/2/layout/IconVerticalSolidList"/>
    <dgm:cxn modelId="{5C67B21E-4D80-4D09-A881-E5E603390DC1}" type="presParOf" srcId="{8A31DE6B-7FD4-40C1-AEF2-7E889C79F038}" destId="{7B032A13-C6E2-4958-B896-E03CC8F81B8C}" srcOrd="2" destOrd="0" presId="urn:microsoft.com/office/officeart/2018/2/layout/IconVerticalSolidList"/>
    <dgm:cxn modelId="{8ABF941C-C7C1-451C-B27C-DA728C667AB4}" type="presParOf" srcId="{8A31DE6B-7FD4-40C1-AEF2-7E889C79F038}" destId="{24B3B29A-16B5-4425-A5F5-01EEB6592E2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B55075BC-228C-4B8B-977F-42136B07220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A7E8650-08BF-4DA9-83F2-09C77AD1D91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Based on the results, financial platforms could implement:</a:t>
          </a:r>
        </a:p>
      </dgm:t>
    </dgm:pt>
    <dgm:pt modelId="{9D543DB2-2C58-4AAD-AE41-724B8462CFCB}" type="parTrans" cxnId="{8E8D467D-21AF-4D53-A19E-1844BB175FB0}">
      <dgm:prSet/>
      <dgm:spPr/>
      <dgm:t>
        <a:bodyPr/>
        <a:lstStyle/>
        <a:p>
          <a:endParaRPr lang="en-US"/>
        </a:p>
      </dgm:t>
    </dgm:pt>
    <dgm:pt modelId="{6F6B4B40-ED49-4627-8A61-5072533AD90F}" type="sibTrans" cxnId="{8E8D467D-21AF-4D53-A19E-1844BB175FB0}">
      <dgm:prSet/>
      <dgm:spPr/>
      <dgm:t>
        <a:bodyPr/>
        <a:lstStyle/>
        <a:p>
          <a:endParaRPr lang="en-US"/>
        </a:p>
      </dgm:t>
    </dgm:pt>
    <dgm:pt modelId="{06CFE141-0E1B-4E27-AF2A-D64EF34742F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Behavioral spending alerts: detect when transactions exceed predicted spending patterns</a:t>
          </a:r>
        </a:p>
      </dgm:t>
    </dgm:pt>
    <dgm:pt modelId="{D2E3F008-7FC9-4A8D-AA39-AEFCE8F33EE1}" type="parTrans" cxnId="{78504D12-DF72-48AC-8FCD-F4DBD2B84AC2}">
      <dgm:prSet/>
      <dgm:spPr/>
      <dgm:t>
        <a:bodyPr/>
        <a:lstStyle/>
        <a:p>
          <a:endParaRPr lang="en-US"/>
        </a:p>
      </dgm:t>
    </dgm:pt>
    <dgm:pt modelId="{E21B0BF1-5B44-490A-A966-08C5CFCF4167}" type="sibTrans" cxnId="{78504D12-DF72-48AC-8FCD-F4DBD2B84AC2}">
      <dgm:prSet/>
      <dgm:spPr/>
      <dgm:t>
        <a:bodyPr/>
        <a:lstStyle/>
        <a:p>
          <a:endParaRPr lang="en-US"/>
        </a:p>
      </dgm:t>
    </dgm:pt>
    <dgm:pt modelId="{ABD37DB8-9042-4A73-B73A-271AFE52422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Personalized budget insights: identify categories where users may overspend</a:t>
          </a:r>
        </a:p>
      </dgm:t>
    </dgm:pt>
    <dgm:pt modelId="{89FC962F-757D-4D76-819B-3B220038DCA8}" type="parTrans" cxnId="{398C27C8-4D3A-4251-97B3-AF245310CC14}">
      <dgm:prSet/>
      <dgm:spPr/>
      <dgm:t>
        <a:bodyPr/>
        <a:lstStyle/>
        <a:p>
          <a:endParaRPr lang="en-US"/>
        </a:p>
      </dgm:t>
    </dgm:pt>
    <dgm:pt modelId="{AF44EF63-DB07-4D94-9439-12E47A5F4A58}" type="sibTrans" cxnId="{398C27C8-4D3A-4251-97B3-AF245310CC14}">
      <dgm:prSet/>
      <dgm:spPr/>
      <dgm:t>
        <a:bodyPr/>
        <a:lstStyle/>
        <a:p>
          <a:endParaRPr lang="en-US"/>
        </a:p>
      </dgm:t>
    </dgm:pt>
    <dgm:pt modelId="{CAB796A5-B842-44F1-95CF-8C0DFEFC00D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AI Financial coaching: translate predictive insights into natural language recommendations</a:t>
          </a:r>
        </a:p>
      </dgm:t>
    </dgm:pt>
    <dgm:pt modelId="{CAB1FFE1-5D08-432E-861A-C2F5C4B13548}" type="parTrans" cxnId="{937FDCB6-834B-4D9B-ACF4-4B3C10B10F4B}">
      <dgm:prSet/>
      <dgm:spPr/>
      <dgm:t>
        <a:bodyPr/>
        <a:lstStyle/>
        <a:p>
          <a:endParaRPr lang="en-US"/>
        </a:p>
      </dgm:t>
    </dgm:pt>
    <dgm:pt modelId="{E9E64C50-CA24-47F2-999F-8B435FCA2C74}" type="sibTrans" cxnId="{937FDCB6-834B-4D9B-ACF4-4B3C10B10F4B}">
      <dgm:prSet/>
      <dgm:spPr/>
      <dgm:t>
        <a:bodyPr/>
        <a:lstStyle/>
        <a:p>
          <a:endParaRPr lang="en-US"/>
        </a:p>
      </dgm:t>
    </dgm:pt>
    <dgm:pt modelId="{17702C2C-3EB6-4FC2-97D4-B440F54896F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Example: </a:t>
          </a:r>
          <a:r>
            <a:rPr lang="en-US" i="1"/>
            <a:t>"Your dining spending tends to increase on weekends. Setting a weekly dining budget may improve savings."</a:t>
          </a:r>
          <a:endParaRPr lang="en-US"/>
        </a:p>
      </dgm:t>
    </dgm:pt>
    <dgm:pt modelId="{55245A67-5742-4CA2-8F2D-1F5AF2231955}" type="parTrans" cxnId="{E3916A71-460F-4B72-B12A-A10692ADBB29}">
      <dgm:prSet/>
      <dgm:spPr/>
      <dgm:t>
        <a:bodyPr/>
        <a:lstStyle/>
        <a:p>
          <a:endParaRPr lang="en-US"/>
        </a:p>
      </dgm:t>
    </dgm:pt>
    <dgm:pt modelId="{04272259-08EE-4207-A9BA-4ECF37F755BA}" type="sibTrans" cxnId="{E3916A71-460F-4B72-B12A-A10692ADBB29}">
      <dgm:prSet/>
      <dgm:spPr/>
      <dgm:t>
        <a:bodyPr/>
        <a:lstStyle/>
        <a:p>
          <a:endParaRPr lang="en-US"/>
        </a:p>
      </dgm:t>
    </dgm:pt>
    <dgm:pt modelId="{5AF9FD6D-DCF7-48F0-B05D-3E2775C3DE2F}" type="pres">
      <dgm:prSet presAssocID="{B55075BC-228C-4B8B-977F-42136B07220A}" presName="root" presStyleCnt="0">
        <dgm:presLayoutVars>
          <dgm:dir/>
          <dgm:resizeHandles val="exact"/>
        </dgm:presLayoutVars>
      </dgm:prSet>
      <dgm:spPr/>
    </dgm:pt>
    <dgm:pt modelId="{84DA860B-F47D-46AD-A69D-FF6127EEE48F}" type="pres">
      <dgm:prSet presAssocID="{4A7E8650-08BF-4DA9-83F2-09C77AD1D912}" presName="compNode" presStyleCnt="0"/>
      <dgm:spPr/>
    </dgm:pt>
    <dgm:pt modelId="{F68DE117-E036-4B4A-9964-03A7022DB8BA}" type="pres">
      <dgm:prSet presAssocID="{4A7E8650-08BF-4DA9-83F2-09C77AD1D912}" presName="bgRect" presStyleLbl="bgShp" presStyleIdx="0" presStyleCnt="2"/>
      <dgm:spPr/>
    </dgm:pt>
    <dgm:pt modelId="{64539628-EE47-43D4-9DA8-3B7E54013289}" type="pres">
      <dgm:prSet presAssocID="{4A7E8650-08BF-4DA9-83F2-09C77AD1D91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04CE09E7-D710-4E19-A619-630DC6FA2C7F}" type="pres">
      <dgm:prSet presAssocID="{4A7E8650-08BF-4DA9-83F2-09C77AD1D912}" presName="spaceRect" presStyleCnt="0"/>
      <dgm:spPr/>
    </dgm:pt>
    <dgm:pt modelId="{46FBCD45-A3F9-4704-8090-621FDF1575BB}" type="pres">
      <dgm:prSet presAssocID="{4A7E8650-08BF-4DA9-83F2-09C77AD1D912}" presName="parTx" presStyleLbl="revTx" presStyleIdx="0" presStyleCnt="3">
        <dgm:presLayoutVars>
          <dgm:chMax val="0"/>
          <dgm:chPref val="0"/>
        </dgm:presLayoutVars>
      </dgm:prSet>
      <dgm:spPr/>
    </dgm:pt>
    <dgm:pt modelId="{A7EA41A0-8C88-4805-BF1B-A2D4729D93D9}" type="pres">
      <dgm:prSet presAssocID="{4A7E8650-08BF-4DA9-83F2-09C77AD1D912}" presName="desTx" presStyleLbl="revTx" presStyleIdx="1" presStyleCnt="3">
        <dgm:presLayoutVars/>
      </dgm:prSet>
      <dgm:spPr/>
    </dgm:pt>
    <dgm:pt modelId="{5D7D8D53-0C0B-4F58-9C7B-94091032F62D}" type="pres">
      <dgm:prSet presAssocID="{6F6B4B40-ED49-4627-8A61-5072533AD90F}" presName="sibTrans" presStyleCnt="0"/>
      <dgm:spPr/>
    </dgm:pt>
    <dgm:pt modelId="{6DF21830-F3D7-4577-B1A2-1395A175BC22}" type="pres">
      <dgm:prSet presAssocID="{17702C2C-3EB6-4FC2-97D4-B440F54896F0}" presName="compNode" presStyleCnt="0"/>
      <dgm:spPr/>
    </dgm:pt>
    <dgm:pt modelId="{391E5C91-ECB8-47F5-894A-1B7997896F7A}" type="pres">
      <dgm:prSet presAssocID="{17702C2C-3EB6-4FC2-97D4-B440F54896F0}" presName="bgRect" presStyleLbl="bgShp" presStyleIdx="1" presStyleCnt="2"/>
      <dgm:spPr/>
    </dgm:pt>
    <dgm:pt modelId="{53190ABC-4512-440B-B195-122263593674}" type="pres">
      <dgm:prSet presAssocID="{17702C2C-3EB6-4FC2-97D4-B440F54896F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ork and knife"/>
        </a:ext>
      </dgm:extLst>
    </dgm:pt>
    <dgm:pt modelId="{BA15C427-8C44-4AE2-97AA-029212EBD1AB}" type="pres">
      <dgm:prSet presAssocID="{17702C2C-3EB6-4FC2-97D4-B440F54896F0}" presName="spaceRect" presStyleCnt="0"/>
      <dgm:spPr/>
    </dgm:pt>
    <dgm:pt modelId="{A7FAD6CC-B217-4A8B-BE8D-CD6BA0ACDBCB}" type="pres">
      <dgm:prSet presAssocID="{17702C2C-3EB6-4FC2-97D4-B440F54896F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8504D12-DF72-48AC-8FCD-F4DBD2B84AC2}" srcId="{4A7E8650-08BF-4DA9-83F2-09C77AD1D912}" destId="{06CFE141-0E1B-4E27-AF2A-D64EF34742FF}" srcOrd="0" destOrd="0" parTransId="{D2E3F008-7FC9-4A8D-AA39-AEFCE8F33EE1}" sibTransId="{E21B0BF1-5B44-490A-A966-08C5CFCF4167}"/>
    <dgm:cxn modelId="{35F8D748-9FAC-43E1-A613-4ECACB02AC5B}" type="presOf" srcId="{4A7E8650-08BF-4DA9-83F2-09C77AD1D912}" destId="{46FBCD45-A3F9-4704-8090-621FDF1575BB}" srcOrd="0" destOrd="0" presId="urn:microsoft.com/office/officeart/2018/2/layout/IconVerticalSolidList"/>
    <dgm:cxn modelId="{8585624D-94B7-42EF-8A19-625FFE85212A}" type="presOf" srcId="{17702C2C-3EB6-4FC2-97D4-B440F54896F0}" destId="{A7FAD6CC-B217-4A8B-BE8D-CD6BA0ACDBCB}" srcOrd="0" destOrd="0" presId="urn:microsoft.com/office/officeart/2018/2/layout/IconVerticalSolidList"/>
    <dgm:cxn modelId="{E3916A71-460F-4B72-B12A-A10692ADBB29}" srcId="{B55075BC-228C-4B8B-977F-42136B07220A}" destId="{17702C2C-3EB6-4FC2-97D4-B440F54896F0}" srcOrd="1" destOrd="0" parTransId="{55245A67-5742-4CA2-8F2D-1F5AF2231955}" sibTransId="{04272259-08EE-4207-A9BA-4ECF37F755BA}"/>
    <dgm:cxn modelId="{8E8D467D-21AF-4D53-A19E-1844BB175FB0}" srcId="{B55075BC-228C-4B8B-977F-42136B07220A}" destId="{4A7E8650-08BF-4DA9-83F2-09C77AD1D912}" srcOrd="0" destOrd="0" parTransId="{9D543DB2-2C58-4AAD-AE41-724B8462CFCB}" sibTransId="{6F6B4B40-ED49-4627-8A61-5072533AD90F}"/>
    <dgm:cxn modelId="{13C61896-B172-49C3-BB48-4FCF295702EC}" type="presOf" srcId="{B55075BC-228C-4B8B-977F-42136B07220A}" destId="{5AF9FD6D-DCF7-48F0-B05D-3E2775C3DE2F}" srcOrd="0" destOrd="0" presId="urn:microsoft.com/office/officeart/2018/2/layout/IconVerticalSolidList"/>
    <dgm:cxn modelId="{1395C79E-16CB-45C6-91F9-AD4A2BF5B852}" type="presOf" srcId="{CAB796A5-B842-44F1-95CF-8C0DFEFC00D7}" destId="{A7EA41A0-8C88-4805-BF1B-A2D4729D93D9}" srcOrd="0" destOrd="2" presId="urn:microsoft.com/office/officeart/2018/2/layout/IconVerticalSolidList"/>
    <dgm:cxn modelId="{D744B5AA-F883-4180-9EF7-DA5415F05503}" type="presOf" srcId="{ABD37DB8-9042-4A73-B73A-271AFE52422A}" destId="{A7EA41A0-8C88-4805-BF1B-A2D4729D93D9}" srcOrd="0" destOrd="1" presId="urn:microsoft.com/office/officeart/2018/2/layout/IconVerticalSolidList"/>
    <dgm:cxn modelId="{937FDCB6-834B-4D9B-ACF4-4B3C10B10F4B}" srcId="{4A7E8650-08BF-4DA9-83F2-09C77AD1D912}" destId="{CAB796A5-B842-44F1-95CF-8C0DFEFC00D7}" srcOrd="2" destOrd="0" parTransId="{CAB1FFE1-5D08-432E-861A-C2F5C4B13548}" sibTransId="{E9E64C50-CA24-47F2-999F-8B435FCA2C74}"/>
    <dgm:cxn modelId="{398C27C8-4D3A-4251-97B3-AF245310CC14}" srcId="{4A7E8650-08BF-4DA9-83F2-09C77AD1D912}" destId="{ABD37DB8-9042-4A73-B73A-271AFE52422A}" srcOrd="1" destOrd="0" parTransId="{89FC962F-757D-4D76-819B-3B220038DCA8}" sibTransId="{AF44EF63-DB07-4D94-9439-12E47A5F4A58}"/>
    <dgm:cxn modelId="{09A48DF1-3F13-4C9E-AA90-230F0C31E6A7}" type="presOf" srcId="{06CFE141-0E1B-4E27-AF2A-D64EF34742FF}" destId="{A7EA41A0-8C88-4805-BF1B-A2D4729D93D9}" srcOrd="0" destOrd="0" presId="urn:microsoft.com/office/officeart/2018/2/layout/IconVerticalSolidList"/>
    <dgm:cxn modelId="{6DB895C4-02C2-4F37-821A-FA95C432E904}" type="presParOf" srcId="{5AF9FD6D-DCF7-48F0-B05D-3E2775C3DE2F}" destId="{84DA860B-F47D-46AD-A69D-FF6127EEE48F}" srcOrd="0" destOrd="0" presId="urn:microsoft.com/office/officeart/2018/2/layout/IconVerticalSolidList"/>
    <dgm:cxn modelId="{8226EE0A-F32C-4522-8E3F-4E2271F4ADBE}" type="presParOf" srcId="{84DA860B-F47D-46AD-A69D-FF6127EEE48F}" destId="{F68DE117-E036-4B4A-9964-03A7022DB8BA}" srcOrd="0" destOrd="0" presId="urn:microsoft.com/office/officeart/2018/2/layout/IconVerticalSolidList"/>
    <dgm:cxn modelId="{2A92CF61-A6DD-452E-90A8-3F8C55FDA272}" type="presParOf" srcId="{84DA860B-F47D-46AD-A69D-FF6127EEE48F}" destId="{64539628-EE47-43D4-9DA8-3B7E54013289}" srcOrd="1" destOrd="0" presId="urn:microsoft.com/office/officeart/2018/2/layout/IconVerticalSolidList"/>
    <dgm:cxn modelId="{DF63CE5F-5102-4C71-ACB8-B2B306B7638B}" type="presParOf" srcId="{84DA860B-F47D-46AD-A69D-FF6127EEE48F}" destId="{04CE09E7-D710-4E19-A619-630DC6FA2C7F}" srcOrd="2" destOrd="0" presId="urn:microsoft.com/office/officeart/2018/2/layout/IconVerticalSolidList"/>
    <dgm:cxn modelId="{94B38289-EBCA-470E-81D5-CA350BBBC97E}" type="presParOf" srcId="{84DA860B-F47D-46AD-A69D-FF6127EEE48F}" destId="{46FBCD45-A3F9-4704-8090-621FDF1575BB}" srcOrd="3" destOrd="0" presId="urn:microsoft.com/office/officeart/2018/2/layout/IconVerticalSolidList"/>
    <dgm:cxn modelId="{6A353FD7-A470-4985-8C55-1B455C748463}" type="presParOf" srcId="{84DA860B-F47D-46AD-A69D-FF6127EEE48F}" destId="{A7EA41A0-8C88-4805-BF1B-A2D4729D93D9}" srcOrd="4" destOrd="0" presId="urn:microsoft.com/office/officeart/2018/2/layout/IconVerticalSolidList"/>
    <dgm:cxn modelId="{3BCFE573-B6D1-4FAC-A61B-B648CFC9EE32}" type="presParOf" srcId="{5AF9FD6D-DCF7-48F0-B05D-3E2775C3DE2F}" destId="{5D7D8D53-0C0B-4F58-9C7B-94091032F62D}" srcOrd="1" destOrd="0" presId="urn:microsoft.com/office/officeart/2018/2/layout/IconVerticalSolidList"/>
    <dgm:cxn modelId="{8202698B-106A-4982-BF9C-0E2C8F444A77}" type="presParOf" srcId="{5AF9FD6D-DCF7-48F0-B05D-3E2775C3DE2F}" destId="{6DF21830-F3D7-4577-B1A2-1395A175BC22}" srcOrd="2" destOrd="0" presId="urn:microsoft.com/office/officeart/2018/2/layout/IconVerticalSolidList"/>
    <dgm:cxn modelId="{568270A4-427F-449D-8EE5-F7C34B367214}" type="presParOf" srcId="{6DF21830-F3D7-4577-B1A2-1395A175BC22}" destId="{391E5C91-ECB8-47F5-894A-1B7997896F7A}" srcOrd="0" destOrd="0" presId="urn:microsoft.com/office/officeart/2018/2/layout/IconVerticalSolidList"/>
    <dgm:cxn modelId="{C2F7DCC5-42D1-43E3-A05D-54E6499F796B}" type="presParOf" srcId="{6DF21830-F3D7-4577-B1A2-1395A175BC22}" destId="{53190ABC-4512-440B-B195-122263593674}" srcOrd="1" destOrd="0" presId="urn:microsoft.com/office/officeart/2018/2/layout/IconVerticalSolidList"/>
    <dgm:cxn modelId="{C25F1456-917C-4F46-A931-827EE2E384F6}" type="presParOf" srcId="{6DF21830-F3D7-4577-B1A2-1395A175BC22}" destId="{BA15C427-8C44-4AE2-97AA-029212EBD1AB}" srcOrd="2" destOrd="0" presId="urn:microsoft.com/office/officeart/2018/2/layout/IconVerticalSolidList"/>
    <dgm:cxn modelId="{73722354-B286-4EEE-BC99-4F9CEB041C99}" type="presParOf" srcId="{6DF21830-F3D7-4577-B1A2-1395A175BC22}" destId="{A7FAD6CC-B217-4A8B-BE8D-CD6BA0ACDBC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33635EAF-08F3-4323-A24D-7F8680CBC191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ABCE8CD-CDC1-4CC4-9ED6-F7B31AB9F704}">
      <dgm:prSet/>
      <dgm:spPr/>
      <dgm:t>
        <a:bodyPr/>
        <a:lstStyle/>
        <a:p>
          <a:r>
            <a:rPr lang="en-US"/>
            <a:t>This model serves as a baseline system.</a:t>
          </a:r>
        </a:p>
      </dgm:t>
    </dgm:pt>
    <dgm:pt modelId="{570D7F4D-E5B1-4C22-B59D-464BBBA932C4}" type="parTrans" cxnId="{1F2698B0-9D0C-491A-849A-0A8A544D2A21}">
      <dgm:prSet/>
      <dgm:spPr/>
      <dgm:t>
        <a:bodyPr/>
        <a:lstStyle/>
        <a:p>
          <a:endParaRPr lang="en-US"/>
        </a:p>
      </dgm:t>
    </dgm:pt>
    <dgm:pt modelId="{8C374E8C-0CE4-496B-AD04-6C81618B2DE2}" type="sibTrans" cxnId="{1F2698B0-9D0C-491A-849A-0A8A544D2A21}">
      <dgm:prSet/>
      <dgm:spPr/>
      <dgm:t>
        <a:bodyPr/>
        <a:lstStyle/>
        <a:p>
          <a:endParaRPr lang="en-US"/>
        </a:p>
      </dgm:t>
    </dgm:pt>
    <dgm:pt modelId="{9387FF83-0AB5-4694-A64C-FF83EDFB1717}">
      <dgm:prSet/>
      <dgm:spPr/>
      <dgm:t>
        <a:bodyPr/>
        <a:lstStyle/>
        <a:p>
          <a:r>
            <a:rPr lang="en-US"/>
            <a:t>Future improvements include:</a:t>
          </a:r>
        </a:p>
      </dgm:t>
    </dgm:pt>
    <dgm:pt modelId="{55F5C32B-DB85-4905-A534-77B020D1FA9C}" type="parTrans" cxnId="{63B283CC-5FBA-4295-9623-6C648838D53E}">
      <dgm:prSet/>
      <dgm:spPr/>
      <dgm:t>
        <a:bodyPr/>
        <a:lstStyle/>
        <a:p>
          <a:endParaRPr lang="en-US"/>
        </a:p>
      </dgm:t>
    </dgm:pt>
    <dgm:pt modelId="{8B4789D4-742B-4E36-9607-AC95ABD8D876}" type="sibTrans" cxnId="{63B283CC-5FBA-4295-9623-6C648838D53E}">
      <dgm:prSet/>
      <dgm:spPr/>
      <dgm:t>
        <a:bodyPr/>
        <a:lstStyle/>
        <a:p>
          <a:endParaRPr lang="en-US"/>
        </a:p>
      </dgm:t>
    </dgm:pt>
    <dgm:pt modelId="{733308AA-E232-4D3A-8353-C427B2952DB4}">
      <dgm:prSet/>
      <dgm:spPr/>
      <dgm:t>
        <a:bodyPr/>
        <a:lstStyle/>
        <a:p>
          <a:r>
            <a:rPr lang="en-US"/>
            <a:t>Hyperparameter tuning</a:t>
          </a:r>
        </a:p>
      </dgm:t>
    </dgm:pt>
    <dgm:pt modelId="{D718F746-46FB-4667-87B9-2ACD5175B746}" type="parTrans" cxnId="{451D27ED-6E54-4C9C-BB2E-11808BAA7663}">
      <dgm:prSet/>
      <dgm:spPr/>
      <dgm:t>
        <a:bodyPr/>
        <a:lstStyle/>
        <a:p>
          <a:endParaRPr lang="en-US"/>
        </a:p>
      </dgm:t>
    </dgm:pt>
    <dgm:pt modelId="{FB9806DB-AB0D-4CA3-970E-54D4019EBB73}" type="sibTrans" cxnId="{451D27ED-6E54-4C9C-BB2E-11808BAA7663}">
      <dgm:prSet/>
      <dgm:spPr/>
      <dgm:t>
        <a:bodyPr/>
        <a:lstStyle/>
        <a:p>
          <a:endParaRPr lang="en-US"/>
        </a:p>
      </dgm:t>
    </dgm:pt>
    <dgm:pt modelId="{A6F66F78-3A68-4FDE-80A1-FEF672777953}">
      <dgm:prSet/>
      <dgm:spPr/>
      <dgm:t>
        <a:bodyPr/>
        <a:lstStyle/>
        <a:p>
          <a:r>
            <a:rPr lang="en-US"/>
            <a:t>Gradient boosting model comparison</a:t>
          </a:r>
        </a:p>
      </dgm:t>
    </dgm:pt>
    <dgm:pt modelId="{AB3477DD-AC4C-4429-88C7-13EEE515EF83}" type="parTrans" cxnId="{8B53BF57-E43E-4EEB-B016-DBF446A60261}">
      <dgm:prSet/>
      <dgm:spPr/>
      <dgm:t>
        <a:bodyPr/>
        <a:lstStyle/>
        <a:p>
          <a:endParaRPr lang="en-US"/>
        </a:p>
      </dgm:t>
    </dgm:pt>
    <dgm:pt modelId="{2F68EF0A-2A58-4DE6-B200-48449722B68A}" type="sibTrans" cxnId="{8B53BF57-E43E-4EEB-B016-DBF446A60261}">
      <dgm:prSet/>
      <dgm:spPr/>
      <dgm:t>
        <a:bodyPr/>
        <a:lstStyle/>
        <a:p>
          <a:endParaRPr lang="en-US"/>
        </a:p>
      </dgm:t>
    </dgm:pt>
    <dgm:pt modelId="{B2503ACB-B04A-46FD-9869-D1BCA8EE03E1}">
      <dgm:prSet/>
      <dgm:spPr/>
      <dgm:t>
        <a:bodyPr/>
        <a:lstStyle/>
        <a:p>
          <a:r>
            <a:rPr lang="en-US"/>
            <a:t>Time-series forecasting for spending trends</a:t>
          </a:r>
        </a:p>
      </dgm:t>
    </dgm:pt>
    <dgm:pt modelId="{7178CE4A-EB3B-4BB1-8DD2-A29361A63BC7}" type="parTrans" cxnId="{44DAAA46-BB98-44CA-83E9-EC2256FF5EB9}">
      <dgm:prSet/>
      <dgm:spPr/>
      <dgm:t>
        <a:bodyPr/>
        <a:lstStyle/>
        <a:p>
          <a:endParaRPr lang="en-US"/>
        </a:p>
      </dgm:t>
    </dgm:pt>
    <dgm:pt modelId="{9C0EAF7D-7C64-4C9E-BC64-C5027B7F38AF}" type="sibTrans" cxnId="{44DAAA46-BB98-44CA-83E9-EC2256FF5EB9}">
      <dgm:prSet/>
      <dgm:spPr/>
      <dgm:t>
        <a:bodyPr/>
        <a:lstStyle/>
        <a:p>
          <a:endParaRPr lang="en-US"/>
        </a:p>
      </dgm:t>
    </dgm:pt>
    <dgm:pt modelId="{80883F65-A01C-4655-8042-A2921F38AB71}">
      <dgm:prSet/>
      <dgm:spPr/>
      <dgm:t>
        <a:bodyPr/>
        <a:lstStyle/>
        <a:p>
          <a:r>
            <a:rPr lang="en-US"/>
            <a:t>Customer segmentation via clustering</a:t>
          </a:r>
        </a:p>
      </dgm:t>
    </dgm:pt>
    <dgm:pt modelId="{C481D6EA-1B13-4CDD-8830-3131BB912AC0}" type="parTrans" cxnId="{ABB40C9F-DB6E-431E-B725-3F59CE2E77B4}">
      <dgm:prSet/>
      <dgm:spPr/>
      <dgm:t>
        <a:bodyPr/>
        <a:lstStyle/>
        <a:p>
          <a:endParaRPr lang="en-US"/>
        </a:p>
      </dgm:t>
    </dgm:pt>
    <dgm:pt modelId="{754DD3F0-543A-4459-8466-5195E20D3308}" type="sibTrans" cxnId="{ABB40C9F-DB6E-431E-B725-3F59CE2E77B4}">
      <dgm:prSet/>
      <dgm:spPr/>
      <dgm:t>
        <a:bodyPr/>
        <a:lstStyle/>
        <a:p>
          <a:endParaRPr lang="en-US"/>
        </a:p>
      </dgm:t>
    </dgm:pt>
    <dgm:pt modelId="{B43C65D5-F2A3-4CA9-80E5-272084CC26A0}">
      <dgm:prSet/>
      <dgm:spPr/>
      <dgm:t>
        <a:bodyPr/>
        <a:lstStyle/>
        <a:p>
          <a:r>
            <a:rPr lang="en-US"/>
            <a:t>Integration with LLM-powered financial coaching</a:t>
          </a:r>
        </a:p>
      </dgm:t>
    </dgm:pt>
    <dgm:pt modelId="{CB02BA31-DB5D-4F13-9CBD-D86A0873C913}" type="parTrans" cxnId="{DC05F724-0074-4E69-83B8-68FE17436683}">
      <dgm:prSet/>
      <dgm:spPr/>
      <dgm:t>
        <a:bodyPr/>
        <a:lstStyle/>
        <a:p>
          <a:endParaRPr lang="en-US"/>
        </a:p>
      </dgm:t>
    </dgm:pt>
    <dgm:pt modelId="{D6AB4EF3-7E04-4C0E-A11D-122666A4B030}" type="sibTrans" cxnId="{DC05F724-0074-4E69-83B8-68FE17436683}">
      <dgm:prSet/>
      <dgm:spPr/>
      <dgm:t>
        <a:bodyPr/>
        <a:lstStyle/>
        <a:p>
          <a:endParaRPr lang="en-US"/>
        </a:p>
      </dgm:t>
    </dgm:pt>
    <dgm:pt modelId="{AE6FE669-3DDD-44FD-A440-6016F2695648}" type="pres">
      <dgm:prSet presAssocID="{33635EAF-08F3-4323-A24D-7F8680CBC191}" presName="linear" presStyleCnt="0">
        <dgm:presLayoutVars>
          <dgm:dir/>
          <dgm:animLvl val="lvl"/>
          <dgm:resizeHandles val="exact"/>
        </dgm:presLayoutVars>
      </dgm:prSet>
      <dgm:spPr/>
    </dgm:pt>
    <dgm:pt modelId="{69A8A335-437C-47B3-B489-F39C074C7D96}" type="pres">
      <dgm:prSet presAssocID="{CABCE8CD-CDC1-4CC4-9ED6-F7B31AB9F704}" presName="parentLin" presStyleCnt="0"/>
      <dgm:spPr/>
    </dgm:pt>
    <dgm:pt modelId="{5C67CB9A-0145-4400-8583-A71D346A4E5F}" type="pres">
      <dgm:prSet presAssocID="{CABCE8CD-CDC1-4CC4-9ED6-F7B31AB9F704}" presName="parentLeftMargin" presStyleLbl="node1" presStyleIdx="0" presStyleCnt="2"/>
      <dgm:spPr/>
    </dgm:pt>
    <dgm:pt modelId="{E0FF343E-6D1A-40E9-B9A2-5BE04C8EE826}" type="pres">
      <dgm:prSet presAssocID="{CABCE8CD-CDC1-4CC4-9ED6-F7B31AB9F70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FB2D53F-A9EA-4EC6-8584-C6F7C15EBC38}" type="pres">
      <dgm:prSet presAssocID="{CABCE8CD-CDC1-4CC4-9ED6-F7B31AB9F704}" presName="negativeSpace" presStyleCnt="0"/>
      <dgm:spPr/>
    </dgm:pt>
    <dgm:pt modelId="{70A95609-5E02-45EE-BE3F-F12ABC69630E}" type="pres">
      <dgm:prSet presAssocID="{CABCE8CD-CDC1-4CC4-9ED6-F7B31AB9F704}" presName="childText" presStyleLbl="conFgAcc1" presStyleIdx="0" presStyleCnt="2">
        <dgm:presLayoutVars>
          <dgm:bulletEnabled val="1"/>
        </dgm:presLayoutVars>
      </dgm:prSet>
      <dgm:spPr/>
    </dgm:pt>
    <dgm:pt modelId="{97F43A93-4508-4AE5-9AA0-21EF598454FC}" type="pres">
      <dgm:prSet presAssocID="{8C374E8C-0CE4-496B-AD04-6C81618B2DE2}" presName="spaceBetweenRectangles" presStyleCnt="0"/>
      <dgm:spPr/>
    </dgm:pt>
    <dgm:pt modelId="{DAC68EF2-A227-4B19-865C-00A9D937C590}" type="pres">
      <dgm:prSet presAssocID="{9387FF83-0AB5-4694-A64C-FF83EDFB1717}" presName="parentLin" presStyleCnt="0"/>
      <dgm:spPr/>
    </dgm:pt>
    <dgm:pt modelId="{9D1EF9B9-5A51-49FA-B181-DAE97ABC8E91}" type="pres">
      <dgm:prSet presAssocID="{9387FF83-0AB5-4694-A64C-FF83EDFB1717}" presName="parentLeftMargin" presStyleLbl="node1" presStyleIdx="0" presStyleCnt="2"/>
      <dgm:spPr/>
    </dgm:pt>
    <dgm:pt modelId="{DB726ADA-C366-4A9B-95D2-720F7E49FBEC}" type="pres">
      <dgm:prSet presAssocID="{9387FF83-0AB5-4694-A64C-FF83EDFB1717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AF57EC5C-2DCF-4BBC-95C6-CC659E86659F}" type="pres">
      <dgm:prSet presAssocID="{9387FF83-0AB5-4694-A64C-FF83EDFB1717}" presName="negativeSpace" presStyleCnt="0"/>
      <dgm:spPr/>
    </dgm:pt>
    <dgm:pt modelId="{D6D43718-E400-4686-A406-5FEDE40683A7}" type="pres">
      <dgm:prSet presAssocID="{9387FF83-0AB5-4694-A64C-FF83EDFB1717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12CCE703-2F35-42EB-AC37-C77EBB2A76F1}" type="presOf" srcId="{CABCE8CD-CDC1-4CC4-9ED6-F7B31AB9F704}" destId="{5C67CB9A-0145-4400-8583-A71D346A4E5F}" srcOrd="0" destOrd="0" presId="urn:microsoft.com/office/officeart/2005/8/layout/list1"/>
    <dgm:cxn modelId="{DC05F724-0074-4E69-83B8-68FE17436683}" srcId="{9387FF83-0AB5-4694-A64C-FF83EDFB1717}" destId="{B43C65D5-F2A3-4CA9-80E5-272084CC26A0}" srcOrd="4" destOrd="0" parTransId="{CB02BA31-DB5D-4F13-9CBD-D86A0873C913}" sibTransId="{D6AB4EF3-7E04-4C0E-A11D-122666A4B030}"/>
    <dgm:cxn modelId="{7DA1E727-6C87-48C5-BF39-B260E81228E5}" type="presOf" srcId="{B2503ACB-B04A-46FD-9869-D1BCA8EE03E1}" destId="{D6D43718-E400-4686-A406-5FEDE40683A7}" srcOrd="0" destOrd="2" presId="urn:microsoft.com/office/officeart/2005/8/layout/list1"/>
    <dgm:cxn modelId="{81E3FA3E-214A-4DCC-9B66-4E255E39EA36}" type="presOf" srcId="{33635EAF-08F3-4323-A24D-7F8680CBC191}" destId="{AE6FE669-3DDD-44FD-A440-6016F2695648}" srcOrd="0" destOrd="0" presId="urn:microsoft.com/office/officeart/2005/8/layout/list1"/>
    <dgm:cxn modelId="{44DAAA46-BB98-44CA-83E9-EC2256FF5EB9}" srcId="{9387FF83-0AB5-4694-A64C-FF83EDFB1717}" destId="{B2503ACB-B04A-46FD-9869-D1BCA8EE03E1}" srcOrd="2" destOrd="0" parTransId="{7178CE4A-EB3B-4BB1-8DD2-A29361A63BC7}" sibTransId="{9C0EAF7D-7C64-4C9E-BC64-C5027B7F38AF}"/>
    <dgm:cxn modelId="{8B53BF57-E43E-4EEB-B016-DBF446A60261}" srcId="{9387FF83-0AB5-4694-A64C-FF83EDFB1717}" destId="{A6F66F78-3A68-4FDE-80A1-FEF672777953}" srcOrd="1" destOrd="0" parTransId="{AB3477DD-AC4C-4429-88C7-13EEE515EF83}" sibTransId="{2F68EF0A-2A58-4DE6-B200-48449722B68A}"/>
    <dgm:cxn modelId="{5542908D-D266-4BE6-881E-95195237E11C}" type="presOf" srcId="{B43C65D5-F2A3-4CA9-80E5-272084CC26A0}" destId="{D6D43718-E400-4686-A406-5FEDE40683A7}" srcOrd="0" destOrd="4" presId="urn:microsoft.com/office/officeart/2005/8/layout/list1"/>
    <dgm:cxn modelId="{7F0E6990-0533-4130-A409-C05FA16E1029}" type="presOf" srcId="{9387FF83-0AB5-4694-A64C-FF83EDFB1717}" destId="{9D1EF9B9-5A51-49FA-B181-DAE97ABC8E91}" srcOrd="0" destOrd="0" presId="urn:microsoft.com/office/officeart/2005/8/layout/list1"/>
    <dgm:cxn modelId="{ABB40C9F-DB6E-431E-B725-3F59CE2E77B4}" srcId="{9387FF83-0AB5-4694-A64C-FF83EDFB1717}" destId="{80883F65-A01C-4655-8042-A2921F38AB71}" srcOrd="3" destOrd="0" parTransId="{C481D6EA-1B13-4CDD-8830-3131BB912AC0}" sibTransId="{754DD3F0-543A-4459-8466-5195E20D3308}"/>
    <dgm:cxn modelId="{B776A6AC-9A60-4EAA-9F81-F085D91CFFAA}" type="presOf" srcId="{A6F66F78-3A68-4FDE-80A1-FEF672777953}" destId="{D6D43718-E400-4686-A406-5FEDE40683A7}" srcOrd="0" destOrd="1" presId="urn:microsoft.com/office/officeart/2005/8/layout/list1"/>
    <dgm:cxn modelId="{1F2698B0-9D0C-491A-849A-0A8A544D2A21}" srcId="{33635EAF-08F3-4323-A24D-7F8680CBC191}" destId="{CABCE8CD-CDC1-4CC4-9ED6-F7B31AB9F704}" srcOrd="0" destOrd="0" parTransId="{570D7F4D-E5B1-4C22-B59D-464BBBA932C4}" sibTransId="{8C374E8C-0CE4-496B-AD04-6C81618B2DE2}"/>
    <dgm:cxn modelId="{984AF4B6-E29E-48B1-A77A-8D046A9623CF}" type="presOf" srcId="{9387FF83-0AB5-4694-A64C-FF83EDFB1717}" destId="{DB726ADA-C366-4A9B-95D2-720F7E49FBEC}" srcOrd="1" destOrd="0" presId="urn:microsoft.com/office/officeart/2005/8/layout/list1"/>
    <dgm:cxn modelId="{F1CC45BB-7666-4B54-B88D-97A638BD81FD}" type="presOf" srcId="{CABCE8CD-CDC1-4CC4-9ED6-F7B31AB9F704}" destId="{E0FF343E-6D1A-40E9-B9A2-5BE04C8EE826}" srcOrd="1" destOrd="0" presId="urn:microsoft.com/office/officeart/2005/8/layout/list1"/>
    <dgm:cxn modelId="{5ACDEFC2-066E-4C6C-8C96-E3A2893A0D47}" type="presOf" srcId="{80883F65-A01C-4655-8042-A2921F38AB71}" destId="{D6D43718-E400-4686-A406-5FEDE40683A7}" srcOrd="0" destOrd="3" presId="urn:microsoft.com/office/officeart/2005/8/layout/list1"/>
    <dgm:cxn modelId="{63B283CC-5FBA-4295-9623-6C648838D53E}" srcId="{33635EAF-08F3-4323-A24D-7F8680CBC191}" destId="{9387FF83-0AB5-4694-A64C-FF83EDFB1717}" srcOrd="1" destOrd="0" parTransId="{55F5C32B-DB85-4905-A534-77B020D1FA9C}" sibTransId="{8B4789D4-742B-4E36-9607-AC95ABD8D876}"/>
    <dgm:cxn modelId="{451D27ED-6E54-4C9C-BB2E-11808BAA7663}" srcId="{9387FF83-0AB5-4694-A64C-FF83EDFB1717}" destId="{733308AA-E232-4D3A-8353-C427B2952DB4}" srcOrd="0" destOrd="0" parTransId="{D718F746-46FB-4667-87B9-2ACD5175B746}" sibTransId="{FB9806DB-AB0D-4CA3-970E-54D4019EBB73}"/>
    <dgm:cxn modelId="{832B67FC-7F7C-43D4-9C24-9C4DEE4A7C1F}" type="presOf" srcId="{733308AA-E232-4D3A-8353-C427B2952DB4}" destId="{D6D43718-E400-4686-A406-5FEDE40683A7}" srcOrd="0" destOrd="0" presId="urn:microsoft.com/office/officeart/2005/8/layout/list1"/>
    <dgm:cxn modelId="{31BB333A-08E8-4ED1-A794-FED03F81AF01}" type="presParOf" srcId="{AE6FE669-3DDD-44FD-A440-6016F2695648}" destId="{69A8A335-437C-47B3-B489-F39C074C7D96}" srcOrd="0" destOrd="0" presId="urn:microsoft.com/office/officeart/2005/8/layout/list1"/>
    <dgm:cxn modelId="{75E9A13D-1D21-4FFF-86F0-50A7D1685516}" type="presParOf" srcId="{69A8A335-437C-47B3-B489-F39C074C7D96}" destId="{5C67CB9A-0145-4400-8583-A71D346A4E5F}" srcOrd="0" destOrd="0" presId="urn:microsoft.com/office/officeart/2005/8/layout/list1"/>
    <dgm:cxn modelId="{C17E4F85-E81B-49DC-AF1D-C5B0E73BBEB3}" type="presParOf" srcId="{69A8A335-437C-47B3-B489-F39C074C7D96}" destId="{E0FF343E-6D1A-40E9-B9A2-5BE04C8EE826}" srcOrd="1" destOrd="0" presId="urn:microsoft.com/office/officeart/2005/8/layout/list1"/>
    <dgm:cxn modelId="{3B61AC4A-1C76-4E88-832A-3A5678ACBB93}" type="presParOf" srcId="{AE6FE669-3DDD-44FD-A440-6016F2695648}" destId="{FFB2D53F-A9EA-4EC6-8584-C6F7C15EBC38}" srcOrd="1" destOrd="0" presId="urn:microsoft.com/office/officeart/2005/8/layout/list1"/>
    <dgm:cxn modelId="{519E7671-F496-4B2D-B3ED-B948B03D4A13}" type="presParOf" srcId="{AE6FE669-3DDD-44FD-A440-6016F2695648}" destId="{70A95609-5E02-45EE-BE3F-F12ABC69630E}" srcOrd="2" destOrd="0" presId="urn:microsoft.com/office/officeart/2005/8/layout/list1"/>
    <dgm:cxn modelId="{7F0C42C2-B3CD-4796-99F7-15FDC34B803F}" type="presParOf" srcId="{AE6FE669-3DDD-44FD-A440-6016F2695648}" destId="{97F43A93-4508-4AE5-9AA0-21EF598454FC}" srcOrd="3" destOrd="0" presId="urn:microsoft.com/office/officeart/2005/8/layout/list1"/>
    <dgm:cxn modelId="{C42E8B64-FBB6-4AAB-82B2-080BF6152E7A}" type="presParOf" srcId="{AE6FE669-3DDD-44FD-A440-6016F2695648}" destId="{DAC68EF2-A227-4B19-865C-00A9D937C590}" srcOrd="4" destOrd="0" presId="urn:microsoft.com/office/officeart/2005/8/layout/list1"/>
    <dgm:cxn modelId="{5D1D1B73-010C-4A2A-9C17-7C54814EB40C}" type="presParOf" srcId="{DAC68EF2-A227-4B19-865C-00A9D937C590}" destId="{9D1EF9B9-5A51-49FA-B181-DAE97ABC8E91}" srcOrd="0" destOrd="0" presId="urn:microsoft.com/office/officeart/2005/8/layout/list1"/>
    <dgm:cxn modelId="{07B02E8E-B881-4BC7-AB83-6E1E4D1AB477}" type="presParOf" srcId="{DAC68EF2-A227-4B19-865C-00A9D937C590}" destId="{DB726ADA-C366-4A9B-95D2-720F7E49FBEC}" srcOrd="1" destOrd="0" presId="urn:microsoft.com/office/officeart/2005/8/layout/list1"/>
    <dgm:cxn modelId="{9C3E382F-8E16-4305-92D2-B17ACB6088C5}" type="presParOf" srcId="{AE6FE669-3DDD-44FD-A440-6016F2695648}" destId="{AF57EC5C-2DCF-4BBC-95C6-CC659E86659F}" srcOrd="5" destOrd="0" presId="urn:microsoft.com/office/officeart/2005/8/layout/list1"/>
    <dgm:cxn modelId="{D4679733-B39B-4782-9B99-C91C6EFE6C49}" type="presParOf" srcId="{AE6FE669-3DDD-44FD-A440-6016F2695648}" destId="{D6D43718-E400-4686-A406-5FEDE40683A7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5AFF8CF6-A32B-4800-AB90-D35C85C0A484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4084299-79F9-4A08-88FF-072CD3E11553}">
      <dgm:prSet/>
      <dgm:spPr/>
      <dgm:t>
        <a:bodyPr/>
        <a:lstStyle/>
        <a:p>
          <a:r>
            <a:rPr lang="en-US"/>
            <a:t>This project deomostrates an end-to-end machine learning workflow:</a:t>
          </a:r>
        </a:p>
      </dgm:t>
    </dgm:pt>
    <dgm:pt modelId="{D99522DC-0AB4-4EE2-804E-9ACB176C061A}" type="parTrans" cxnId="{36EFF6D0-0E28-4C6E-A592-E153D2F297B0}">
      <dgm:prSet/>
      <dgm:spPr/>
      <dgm:t>
        <a:bodyPr/>
        <a:lstStyle/>
        <a:p>
          <a:endParaRPr lang="en-US"/>
        </a:p>
      </dgm:t>
    </dgm:pt>
    <dgm:pt modelId="{5B1E3480-09EB-4219-816E-CA3788DBCFE9}" type="sibTrans" cxnId="{36EFF6D0-0E28-4C6E-A592-E153D2F297B0}">
      <dgm:prSet/>
      <dgm:spPr/>
      <dgm:t>
        <a:bodyPr/>
        <a:lstStyle/>
        <a:p>
          <a:endParaRPr lang="en-US"/>
        </a:p>
      </dgm:t>
    </dgm:pt>
    <dgm:pt modelId="{8EF84430-FAFB-48D2-BD1A-CFF5C878C57D}">
      <dgm:prSet/>
      <dgm:spPr/>
      <dgm:t>
        <a:bodyPr/>
        <a:lstStyle/>
        <a:p>
          <a:r>
            <a:rPr lang="en-US"/>
            <a:t>Data preprocessing</a:t>
          </a:r>
        </a:p>
      </dgm:t>
    </dgm:pt>
    <dgm:pt modelId="{6F077E66-5401-4B5F-84A7-02BF931C7FD8}" type="parTrans" cxnId="{B2EB5886-AC8F-434C-A698-103F5B9C8C40}">
      <dgm:prSet/>
      <dgm:spPr/>
      <dgm:t>
        <a:bodyPr/>
        <a:lstStyle/>
        <a:p>
          <a:endParaRPr lang="en-US"/>
        </a:p>
      </dgm:t>
    </dgm:pt>
    <dgm:pt modelId="{274D8CD1-B476-4AEB-992E-0A1F534C5791}" type="sibTrans" cxnId="{B2EB5886-AC8F-434C-A698-103F5B9C8C40}">
      <dgm:prSet/>
      <dgm:spPr/>
      <dgm:t>
        <a:bodyPr/>
        <a:lstStyle/>
        <a:p>
          <a:endParaRPr lang="en-US"/>
        </a:p>
      </dgm:t>
    </dgm:pt>
    <dgm:pt modelId="{0913994A-8C7F-4CF0-9C25-59F6ED16BF78}">
      <dgm:prSet/>
      <dgm:spPr/>
      <dgm:t>
        <a:bodyPr/>
        <a:lstStyle/>
        <a:p>
          <a:r>
            <a:rPr lang="en-US"/>
            <a:t>Exploratory analysis</a:t>
          </a:r>
        </a:p>
      </dgm:t>
    </dgm:pt>
    <dgm:pt modelId="{C4338D1F-FA19-4A89-8DFF-2E5EC48A1A59}" type="parTrans" cxnId="{9FEB7ACD-8F7A-4896-976B-20B1E755E30F}">
      <dgm:prSet/>
      <dgm:spPr/>
      <dgm:t>
        <a:bodyPr/>
        <a:lstStyle/>
        <a:p>
          <a:endParaRPr lang="en-US"/>
        </a:p>
      </dgm:t>
    </dgm:pt>
    <dgm:pt modelId="{4DCC3A6C-BEE0-4E0E-89D2-90B55AD0D284}" type="sibTrans" cxnId="{9FEB7ACD-8F7A-4896-976B-20B1E755E30F}">
      <dgm:prSet/>
      <dgm:spPr/>
      <dgm:t>
        <a:bodyPr/>
        <a:lstStyle/>
        <a:p>
          <a:endParaRPr lang="en-US"/>
        </a:p>
      </dgm:t>
    </dgm:pt>
    <dgm:pt modelId="{FDA4E0BB-A4A4-4412-AD94-119D0FC2914A}">
      <dgm:prSet/>
      <dgm:spPr/>
      <dgm:t>
        <a:bodyPr/>
        <a:lstStyle/>
        <a:p>
          <a:r>
            <a:rPr lang="en-US"/>
            <a:t>Feature engineering</a:t>
          </a:r>
        </a:p>
      </dgm:t>
    </dgm:pt>
    <dgm:pt modelId="{A5697E31-FEFA-4560-ADDD-4BACD0E2F5AC}" type="parTrans" cxnId="{66396F13-CBB4-4AA5-9F5A-8021D82F1188}">
      <dgm:prSet/>
      <dgm:spPr/>
      <dgm:t>
        <a:bodyPr/>
        <a:lstStyle/>
        <a:p>
          <a:endParaRPr lang="en-US"/>
        </a:p>
      </dgm:t>
    </dgm:pt>
    <dgm:pt modelId="{A0D38261-C5C2-47F7-886F-5D9B9260DCC8}" type="sibTrans" cxnId="{66396F13-CBB4-4AA5-9F5A-8021D82F1188}">
      <dgm:prSet/>
      <dgm:spPr/>
      <dgm:t>
        <a:bodyPr/>
        <a:lstStyle/>
        <a:p>
          <a:endParaRPr lang="en-US"/>
        </a:p>
      </dgm:t>
    </dgm:pt>
    <dgm:pt modelId="{AB3E4A2C-0A5C-45D3-AB98-5DA420359C29}">
      <dgm:prSet/>
      <dgm:spPr/>
      <dgm:t>
        <a:bodyPr/>
        <a:lstStyle/>
        <a:p>
          <a:r>
            <a:rPr lang="en-US"/>
            <a:t>Predictive modeling</a:t>
          </a:r>
        </a:p>
      </dgm:t>
    </dgm:pt>
    <dgm:pt modelId="{0C6F17F7-72DF-4B44-8AB4-12D102CC1F80}" type="parTrans" cxnId="{4EFB9067-B4CC-41D1-8318-0F3843B45034}">
      <dgm:prSet/>
      <dgm:spPr/>
      <dgm:t>
        <a:bodyPr/>
        <a:lstStyle/>
        <a:p>
          <a:endParaRPr lang="en-US"/>
        </a:p>
      </dgm:t>
    </dgm:pt>
    <dgm:pt modelId="{47AF9D90-C64F-4A1A-A90A-4C5768643EFD}" type="sibTrans" cxnId="{4EFB9067-B4CC-41D1-8318-0F3843B45034}">
      <dgm:prSet/>
      <dgm:spPr/>
      <dgm:t>
        <a:bodyPr/>
        <a:lstStyle/>
        <a:p>
          <a:endParaRPr lang="en-US"/>
        </a:p>
      </dgm:t>
    </dgm:pt>
    <dgm:pt modelId="{C80312C8-3DDC-49E5-97A6-C53E7DAA5A8D}">
      <dgm:prSet/>
      <dgm:spPr/>
      <dgm:t>
        <a:bodyPr/>
        <a:lstStyle/>
        <a:p>
          <a:r>
            <a:rPr lang="en-US"/>
            <a:t>Model evaluation</a:t>
          </a:r>
        </a:p>
      </dgm:t>
    </dgm:pt>
    <dgm:pt modelId="{169BF37E-06DC-4B1F-A850-A060669EE576}" type="parTrans" cxnId="{8FD6EA28-20EA-46B8-974C-D3DD7B97E1BF}">
      <dgm:prSet/>
      <dgm:spPr/>
      <dgm:t>
        <a:bodyPr/>
        <a:lstStyle/>
        <a:p>
          <a:endParaRPr lang="en-US"/>
        </a:p>
      </dgm:t>
    </dgm:pt>
    <dgm:pt modelId="{16934432-C568-46E4-9B5D-4555F04FB37B}" type="sibTrans" cxnId="{8FD6EA28-20EA-46B8-974C-D3DD7B97E1BF}">
      <dgm:prSet/>
      <dgm:spPr/>
      <dgm:t>
        <a:bodyPr/>
        <a:lstStyle/>
        <a:p>
          <a:endParaRPr lang="en-US"/>
        </a:p>
      </dgm:t>
    </dgm:pt>
    <dgm:pt modelId="{12E16961-B8BC-438A-B342-171A30F5C0CF}">
      <dgm:prSet/>
      <dgm:spPr/>
      <dgm:t>
        <a:bodyPr/>
        <a:lstStyle/>
        <a:p>
          <a:r>
            <a:rPr lang="en-US"/>
            <a:t>The result is a predictive analytics system capable of powering intelligent financial tools.</a:t>
          </a:r>
        </a:p>
      </dgm:t>
    </dgm:pt>
    <dgm:pt modelId="{AFFD799A-8D11-41DA-8C71-FAD0E1C97DA9}" type="parTrans" cxnId="{E49D2E31-8413-48C1-BB63-73C420D94DB6}">
      <dgm:prSet/>
      <dgm:spPr/>
      <dgm:t>
        <a:bodyPr/>
        <a:lstStyle/>
        <a:p>
          <a:endParaRPr lang="en-US"/>
        </a:p>
      </dgm:t>
    </dgm:pt>
    <dgm:pt modelId="{B05F0D74-6F91-4449-978C-C5EAF45C6659}" type="sibTrans" cxnId="{E49D2E31-8413-48C1-BB63-73C420D94DB6}">
      <dgm:prSet/>
      <dgm:spPr/>
      <dgm:t>
        <a:bodyPr/>
        <a:lstStyle/>
        <a:p>
          <a:endParaRPr lang="en-US"/>
        </a:p>
      </dgm:t>
    </dgm:pt>
    <dgm:pt modelId="{1C1051CC-0423-41D0-9F9B-5EE8C35BAD44}" type="pres">
      <dgm:prSet presAssocID="{5AFF8CF6-A32B-4800-AB90-D35C85C0A484}" presName="linear" presStyleCnt="0">
        <dgm:presLayoutVars>
          <dgm:dir/>
          <dgm:animLvl val="lvl"/>
          <dgm:resizeHandles val="exact"/>
        </dgm:presLayoutVars>
      </dgm:prSet>
      <dgm:spPr/>
    </dgm:pt>
    <dgm:pt modelId="{3F25D9CF-F864-48AD-B63E-BE39C3056FC8}" type="pres">
      <dgm:prSet presAssocID="{84084299-79F9-4A08-88FF-072CD3E11553}" presName="parentLin" presStyleCnt="0"/>
      <dgm:spPr/>
    </dgm:pt>
    <dgm:pt modelId="{17E06CE7-BD77-4A93-90A8-D6C9E3493F93}" type="pres">
      <dgm:prSet presAssocID="{84084299-79F9-4A08-88FF-072CD3E11553}" presName="parentLeftMargin" presStyleLbl="node1" presStyleIdx="0" presStyleCnt="2"/>
      <dgm:spPr/>
    </dgm:pt>
    <dgm:pt modelId="{7DA6F056-883A-4873-BDC3-3D78CF4937D4}" type="pres">
      <dgm:prSet presAssocID="{84084299-79F9-4A08-88FF-072CD3E1155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16B4729-9C03-41D4-9729-ED69B5E423E0}" type="pres">
      <dgm:prSet presAssocID="{84084299-79F9-4A08-88FF-072CD3E11553}" presName="negativeSpace" presStyleCnt="0"/>
      <dgm:spPr/>
    </dgm:pt>
    <dgm:pt modelId="{0243C413-1743-46B5-AA3E-A7F4812B1ACE}" type="pres">
      <dgm:prSet presAssocID="{84084299-79F9-4A08-88FF-072CD3E11553}" presName="childText" presStyleLbl="conFgAcc1" presStyleIdx="0" presStyleCnt="2">
        <dgm:presLayoutVars>
          <dgm:bulletEnabled val="1"/>
        </dgm:presLayoutVars>
      </dgm:prSet>
      <dgm:spPr/>
    </dgm:pt>
    <dgm:pt modelId="{874EDFBC-9940-4B64-AD56-E0C843F83100}" type="pres">
      <dgm:prSet presAssocID="{5B1E3480-09EB-4219-816E-CA3788DBCFE9}" presName="spaceBetweenRectangles" presStyleCnt="0"/>
      <dgm:spPr/>
    </dgm:pt>
    <dgm:pt modelId="{1B37DFBA-4DF6-4DF3-B8EF-06F3FC67689E}" type="pres">
      <dgm:prSet presAssocID="{12E16961-B8BC-438A-B342-171A30F5C0CF}" presName="parentLin" presStyleCnt="0"/>
      <dgm:spPr/>
    </dgm:pt>
    <dgm:pt modelId="{EB969972-56BE-4C53-B288-B7C213E6D9D5}" type="pres">
      <dgm:prSet presAssocID="{12E16961-B8BC-438A-B342-171A30F5C0CF}" presName="parentLeftMargin" presStyleLbl="node1" presStyleIdx="0" presStyleCnt="2"/>
      <dgm:spPr/>
    </dgm:pt>
    <dgm:pt modelId="{ADF4F0B5-80E4-467E-B147-A5141757B252}" type="pres">
      <dgm:prSet presAssocID="{12E16961-B8BC-438A-B342-171A30F5C0CF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9D9D14B7-4DBB-4242-9746-B7C13FE5A739}" type="pres">
      <dgm:prSet presAssocID="{12E16961-B8BC-438A-B342-171A30F5C0CF}" presName="negativeSpace" presStyleCnt="0"/>
      <dgm:spPr/>
    </dgm:pt>
    <dgm:pt modelId="{8F888432-FB20-4681-89CA-817723BD5AC4}" type="pres">
      <dgm:prSet presAssocID="{12E16961-B8BC-438A-B342-171A30F5C0CF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66396F13-CBB4-4AA5-9F5A-8021D82F1188}" srcId="{84084299-79F9-4A08-88FF-072CD3E11553}" destId="{FDA4E0BB-A4A4-4412-AD94-119D0FC2914A}" srcOrd="2" destOrd="0" parTransId="{A5697E31-FEFA-4560-ADDD-4BACD0E2F5AC}" sibTransId="{A0D38261-C5C2-47F7-886F-5D9B9260DCC8}"/>
    <dgm:cxn modelId="{F1C5DE27-EF9D-4ADD-A902-F78565FED45D}" type="presOf" srcId="{12E16961-B8BC-438A-B342-171A30F5C0CF}" destId="{ADF4F0B5-80E4-467E-B147-A5141757B252}" srcOrd="1" destOrd="0" presId="urn:microsoft.com/office/officeart/2005/8/layout/list1"/>
    <dgm:cxn modelId="{8FD6EA28-20EA-46B8-974C-D3DD7B97E1BF}" srcId="{84084299-79F9-4A08-88FF-072CD3E11553}" destId="{C80312C8-3DDC-49E5-97A6-C53E7DAA5A8D}" srcOrd="4" destOrd="0" parTransId="{169BF37E-06DC-4B1F-A850-A060669EE576}" sibTransId="{16934432-C568-46E4-9B5D-4555F04FB37B}"/>
    <dgm:cxn modelId="{E49D2E31-8413-48C1-BB63-73C420D94DB6}" srcId="{5AFF8CF6-A32B-4800-AB90-D35C85C0A484}" destId="{12E16961-B8BC-438A-B342-171A30F5C0CF}" srcOrd="1" destOrd="0" parTransId="{AFFD799A-8D11-41DA-8C71-FAD0E1C97DA9}" sibTransId="{B05F0D74-6F91-4449-978C-C5EAF45C6659}"/>
    <dgm:cxn modelId="{34085B41-BA43-4B01-8881-402E1B6B185A}" type="presOf" srcId="{12E16961-B8BC-438A-B342-171A30F5C0CF}" destId="{EB969972-56BE-4C53-B288-B7C213E6D9D5}" srcOrd="0" destOrd="0" presId="urn:microsoft.com/office/officeart/2005/8/layout/list1"/>
    <dgm:cxn modelId="{29E05861-3D68-48CA-BA2F-3460EC37C230}" type="presOf" srcId="{FDA4E0BB-A4A4-4412-AD94-119D0FC2914A}" destId="{0243C413-1743-46B5-AA3E-A7F4812B1ACE}" srcOrd="0" destOrd="2" presId="urn:microsoft.com/office/officeart/2005/8/layout/list1"/>
    <dgm:cxn modelId="{4EFB9067-B4CC-41D1-8318-0F3843B45034}" srcId="{84084299-79F9-4A08-88FF-072CD3E11553}" destId="{AB3E4A2C-0A5C-45D3-AB98-5DA420359C29}" srcOrd="3" destOrd="0" parTransId="{0C6F17F7-72DF-4B44-8AB4-12D102CC1F80}" sibTransId="{47AF9D90-C64F-4A1A-A90A-4C5768643EFD}"/>
    <dgm:cxn modelId="{DE11B76E-E293-4F0B-8469-76FBFB4B5E7B}" type="presOf" srcId="{0913994A-8C7F-4CF0-9C25-59F6ED16BF78}" destId="{0243C413-1743-46B5-AA3E-A7F4812B1ACE}" srcOrd="0" destOrd="1" presId="urn:microsoft.com/office/officeart/2005/8/layout/list1"/>
    <dgm:cxn modelId="{B2EB5886-AC8F-434C-A698-103F5B9C8C40}" srcId="{84084299-79F9-4A08-88FF-072CD3E11553}" destId="{8EF84430-FAFB-48D2-BD1A-CFF5C878C57D}" srcOrd="0" destOrd="0" parTransId="{6F077E66-5401-4B5F-84A7-02BF931C7FD8}" sibTransId="{274D8CD1-B476-4AEB-992E-0A1F534C5791}"/>
    <dgm:cxn modelId="{B5017889-9E42-4F75-856B-93671E6EA9F7}" type="presOf" srcId="{C80312C8-3DDC-49E5-97A6-C53E7DAA5A8D}" destId="{0243C413-1743-46B5-AA3E-A7F4812B1ACE}" srcOrd="0" destOrd="4" presId="urn:microsoft.com/office/officeart/2005/8/layout/list1"/>
    <dgm:cxn modelId="{0946B691-32AD-4C02-8004-21D8CD5537D0}" type="presOf" srcId="{84084299-79F9-4A08-88FF-072CD3E11553}" destId="{7DA6F056-883A-4873-BDC3-3D78CF4937D4}" srcOrd="1" destOrd="0" presId="urn:microsoft.com/office/officeart/2005/8/layout/list1"/>
    <dgm:cxn modelId="{6172D297-1595-4A42-B2E1-AA94BA9BDB94}" type="presOf" srcId="{84084299-79F9-4A08-88FF-072CD3E11553}" destId="{17E06CE7-BD77-4A93-90A8-D6C9E3493F93}" srcOrd="0" destOrd="0" presId="urn:microsoft.com/office/officeart/2005/8/layout/list1"/>
    <dgm:cxn modelId="{BCCADFB1-CA45-479F-966E-0E16AF7924C6}" type="presOf" srcId="{AB3E4A2C-0A5C-45D3-AB98-5DA420359C29}" destId="{0243C413-1743-46B5-AA3E-A7F4812B1ACE}" srcOrd="0" destOrd="3" presId="urn:microsoft.com/office/officeart/2005/8/layout/list1"/>
    <dgm:cxn modelId="{9FEB7ACD-8F7A-4896-976B-20B1E755E30F}" srcId="{84084299-79F9-4A08-88FF-072CD3E11553}" destId="{0913994A-8C7F-4CF0-9C25-59F6ED16BF78}" srcOrd="1" destOrd="0" parTransId="{C4338D1F-FA19-4A89-8DFF-2E5EC48A1A59}" sibTransId="{4DCC3A6C-BEE0-4E0E-89D2-90B55AD0D284}"/>
    <dgm:cxn modelId="{36EFF6D0-0E28-4C6E-A592-E153D2F297B0}" srcId="{5AFF8CF6-A32B-4800-AB90-D35C85C0A484}" destId="{84084299-79F9-4A08-88FF-072CD3E11553}" srcOrd="0" destOrd="0" parTransId="{D99522DC-0AB4-4EE2-804E-9ACB176C061A}" sibTransId="{5B1E3480-09EB-4219-816E-CA3788DBCFE9}"/>
    <dgm:cxn modelId="{3C5EC0D2-5CA2-40F6-9252-9820BAA31474}" type="presOf" srcId="{5AFF8CF6-A32B-4800-AB90-D35C85C0A484}" destId="{1C1051CC-0423-41D0-9F9B-5EE8C35BAD44}" srcOrd="0" destOrd="0" presId="urn:microsoft.com/office/officeart/2005/8/layout/list1"/>
    <dgm:cxn modelId="{D3400BDC-2D84-4A22-96CD-DBA8BFDDFFC8}" type="presOf" srcId="{8EF84430-FAFB-48D2-BD1A-CFF5C878C57D}" destId="{0243C413-1743-46B5-AA3E-A7F4812B1ACE}" srcOrd="0" destOrd="0" presId="urn:microsoft.com/office/officeart/2005/8/layout/list1"/>
    <dgm:cxn modelId="{95B1C4F9-367A-4DAE-A54E-DE8C32FCDF80}" type="presParOf" srcId="{1C1051CC-0423-41D0-9F9B-5EE8C35BAD44}" destId="{3F25D9CF-F864-48AD-B63E-BE39C3056FC8}" srcOrd="0" destOrd="0" presId="urn:microsoft.com/office/officeart/2005/8/layout/list1"/>
    <dgm:cxn modelId="{1380F7E5-C143-4C57-82C6-AB65ABDFD0D8}" type="presParOf" srcId="{3F25D9CF-F864-48AD-B63E-BE39C3056FC8}" destId="{17E06CE7-BD77-4A93-90A8-D6C9E3493F93}" srcOrd="0" destOrd="0" presId="urn:microsoft.com/office/officeart/2005/8/layout/list1"/>
    <dgm:cxn modelId="{75968E0B-074E-468A-B0D3-D9EE12483528}" type="presParOf" srcId="{3F25D9CF-F864-48AD-B63E-BE39C3056FC8}" destId="{7DA6F056-883A-4873-BDC3-3D78CF4937D4}" srcOrd="1" destOrd="0" presId="urn:microsoft.com/office/officeart/2005/8/layout/list1"/>
    <dgm:cxn modelId="{0B4F11C8-4504-4A29-8FDF-A4B9B14625C9}" type="presParOf" srcId="{1C1051CC-0423-41D0-9F9B-5EE8C35BAD44}" destId="{116B4729-9C03-41D4-9729-ED69B5E423E0}" srcOrd="1" destOrd="0" presId="urn:microsoft.com/office/officeart/2005/8/layout/list1"/>
    <dgm:cxn modelId="{42070AB7-90A4-46F2-97A2-D7F0C90C3C3A}" type="presParOf" srcId="{1C1051CC-0423-41D0-9F9B-5EE8C35BAD44}" destId="{0243C413-1743-46B5-AA3E-A7F4812B1ACE}" srcOrd="2" destOrd="0" presId="urn:microsoft.com/office/officeart/2005/8/layout/list1"/>
    <dgm:cxn modelId="{188395E4-0281-4AF9-B181-0C051445EA9C}" type="presParOf" srcId="{1C1051CC-0423-41D0-9F9B-5EE8C35BAD44}" destId="{874EDFBC-9940-4B64-AD56-E0C843F83100}" srcOrd="3" destOrd="0" presId="urn:microsoft.com/office/officeart/2005/8/layout/list1"/>
    <dgm:cxn modelId="{EF1B3BF8-7C64-47F4-A880-C4D8E1DC687B}" type="presParOf" srcId="{1C1051CC-0423-41D0-9F9B-5EE8C35BAD44}" destId="{1B37DFBA-4DF6-4DF3-B8EF-06F3FC67689E}" srcOrd="4" destOrd="0" presId="urn:microsoft.com/office/officeart/2005/8/layout/list1"/>
    <dgm:cxn modelId="{8ACB60ED-823E-481C-9520-70945F7FADCD}" type="presParOf" srcId="{1B37DFBA-4DF6-4DF3-B8EF-06F3FC67689E}" destId="{EB969972-56BE-4C53-B288-B7C213E6D9D5}" srcOrd="0" destOrd="0" presId="urn:microsoft.com/office/officeart/2005/8/layout/list1"/>
    <dgm:cxn modelId="{3C91E005-D636-448A-A85A-A39ED33A5EDB}" type="presParOf" srcId="{1B37DFBA-4DF6-4DF3-B8EF-06F3FC67689E}" destId="{ADF4F0B5-80E4-467E-B147-A5141757B252}" srcOrd="1" destOrd="0" presId="urn:microsoft.com/office/officeart/2005/8/layout/list1"/>
    <dgm:cxn modelId="{7125C60E-DC92-4FD6-8D35-29EC9FBB92F8}" type="presParOf" srcId="{1C1051CC-0423-41D0-9F9B-5EE8C35BAD44}" destId="{9D9D14B7-4DBB-4242-9746-B7C13FE5A739}" srcOrd="5" destOrd="0" presId="urn:microsoft.com/office/officeart/2005/8/layout/list1"/>
    <dgm:cxn modelId="{7966F010-9B3F-40E6-921F-B79779F46E55}" type="presParOf" srcId="{1C1051CC-0423-41D0-9F9B-5EE8C35BAD44}" destId="{8F888432-FB20-4681-89CA-817723BD5AC4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210802-E5DF-4118-A757-8B66707B2BF8}">
      <dsp:nvSpPr>
        <dsp:cNvPr id="0" name=""/>
        <dsp:cNvSpPr/>
      </dsp:nvSpPr>
      <dsp:spPr>
        <a:xfrm>
          <a:off x="0" y="491"/>
          <a:ext cx="10995660" cy="11508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372F72-2482-4198-86E7-2878EB20D125}">
      <dsp:nvSpPr>
        <dsp:cNvPr id="0" name=""/>
        <dsp:cNvSpPr/>
      </dsp:nvSpPr>
      <dsp:spPr>
        <a:xfrm>
          <a:off x="348142" y="259440"/>
          <a:ext cx="632985" cy="63298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860F37-27E2-4A5C-BD15-18BBC112337E}">
      <dsp:nvSpPr>
        <dsp:cNvPr id="0" name=""/>
        <dsp:cNvSpPr/>
      </dsp:nvSpPr>
      <dsp:spPr>
        <a:xfrm>
          <a:off x="1329269" y="491"/>
          <a:ext cx="9666390" cy="11508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802" tIns="121802" rIns="121802" bIns="121802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Consumers generate thousands of financial transactions every year, yet most people struggle to understand their spending behavior.</a:t>
          </a:r>
        </a:p>
      </dsp:txBody>
      <dsp:txXfrm>
        <a:off x="1329269" y="491"/>
        <a:ext cx="9666390" cy="1150882"/>
      </dsp:txXfrm>
    </dsp:sp>
    <dsp:sp modelId="{CF069372-642F-4B3E-81D0-9B8982760C68}">
      <dsp:nvSpPr>
        <dsp:cNvPr id="0" name=""/>
        <dsp:cNvSpPr/>
      </dsp:nvSpPr>
      <dsp:spPr>
        <a:xfrm>
          <a:off x="0" y="1439095"/>
          <a:ext cx="10995660" cy="11508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C51206-029E-4292-A27D-A1F0993DDEAC}">
      <dsp:nvSpPr>
        <dsp:cNvPr id="0" name=""/>
        <dsp:cNvSpPr/>
      </dsp:nvSpPr>
      <dsp:spPr>
        <a:xfrm>
          <a:off x="348142" y="1698044"/>
          <a:ext cx="632985" cy="63298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6E598E-91B8-42ED-8C2A-F9EED2220966}">
      <dsp:nvSpPr>
        <dsp:cNvPr id="0" name=""/>
        <dsp:cNvSpPr/>
      </dsp:nvSpPr>
      <dsp:spPr>
        <a:xfrm>
          <a:off x="1329269" y="1439095"/>
          <a:ext cx="9666390" cy="11508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802" tIns="121802" rIns="121802" bIns="121802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Current financial tools mainly provide transaction logs and basic summaries but lack predictive insights or proactive guidance. </a:t>
          </a:r>
        </a:p>
      </dsp:txBody>
      <dsp:txXfrm>
        <a:off x="1329269" y="1439095"/>
        <a:ext cx="9666390" cy="1150882"/>
      </dsp:txXfrm>
    </dsp:sp>
    <dsp:sp modelId="{E643262C-06B5-4D12-B0A1-918B33967517}">
      <dsp:nvSpPr>
        <dsp:cNvPr id="0" name=""/>
        <dsp:cNvSpPr/>
      </dsp:nvSpPr>
      <dsp:spPr>
        <a:xfrm>
          <a:off x="0" y="2877699"/>
          <a:ext cx="10995660" cy="11508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5D35E1-D3AB-449D-9B19-7342DEA12BA7}">
      <dsp:nvSpPr>
        <dsp:cNvPr id="0" name=""/>
        <dsp:cNvSpPr/>
      </dsp:nvSpPr>
      <dsp:spPr>
        <a:xfrm>
          <a:off x="348142" y="3136647"/>
          <a:ext cx="632985" cy="63298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23352F-D51F-41A6-BBC9-51CF1529AC47}">
      <dsp:nvSpPr>
        <dsp:cNvPr id="0" name=""/>
        <dsp:cNvSpPr/>
      </dsp:nvSpPr>
      <dsp:spPr>
        <a:xfrm>
          <a:off x="1329269" y="2877699"/>
          <a:ext cx="4948047" cy="11508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802" tIns="121802" rIns="121802" bIns="121802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This creates an opportunity to apply data science to:</a:t>
          </a:r>
        </a:p>
      </dsp:txBody>
      <dsp:txXfrm>
        <a:off x="1329269" y="2877699"/>
        <a:ext cx="4948047" cy="1150882"/>
      </dsp:txXfrm>
    </dsp:sp>
    <dsp:sp modelId="{3EC841F5-E36D-46FC-914E-CF535A7A26F7}">
      <dsp:nvSpPr>
        <dsp:cNvPr id="0" name=""/>
        <dsp:cNvSpPr/>
      </dsp:nvSpPr>
      <dsp:spPr>
        <a:xfrm>
          <a:off x="6277316" y="2877699"/>
          <a:ext cx="4718343" cy="11508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802" tIns="121802" rIns="121802" bIns="121802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Identify patterns in financial behavior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Predict spending patterns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Support future intelligent financial coaching tools</a:t>
          </a:r>
        </a:p>
      </dsp:txBody>
      <dsp:txXfrm>
        <a:off x="6277316" y="2877699"/>
        <a:ext cx="4718343" cy="11508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7497A5-6300-47EE-A8BD-6D2DCFD8C221}">
      <dsp:nvSpPr>
        <dsp:cNvPr id="0" name=""/>
        <dsp:cNvSpPr/>
      </dsp:nvSpPr>
      <dsp:spPr>
        <a:xfrm>
          <a:off x="3436" y="47746"/>
          <a:ext cx="3350240" cy="720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Stakeholders</a:t>
          </a:r>
        </a:p>
      </dsp:txBody>
      <dsp:txXfrm>
        <a:off x="3436" y="47746"/>
        <a:ext cx="3350240" cy="720000"/>
      </dsp:txXfrm>
    </dsp:sp>
    <dsp:sp modelId="{D9D2E87C-F494-4601-A765-338AA27E2BFE}">
      <dsp:nvSpPr>
        <dsp:cNvPr id="0" name=""/>
        <dsp:cNvSpPr/>
      </dsp:nvSpPr>
      <dsp:spPr>
        <a:xfrm>
          <a:off x="3436" y="767746"/>
          <a:ext cx="3350240" cy="32135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Individual banking customers</a:t>
          </a:r>
        </a:p>
        <a:p>
          <a:pPr marL="228600" lvl="1" indent="-228600" algn="l" defTabSz="11112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Fintech platforms and financial apps</a:t>
          </a:r>
        </a:p>
        <a:p>
          <a:pPr marL="228600" lvl="1" indent="-228600" algn="l" defTabSz="11112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Financial advisors</a:t>
          </a:r>
        </a:p>
      </dsp:txBody>
      <dsp:txXfrm>
        <a:off x="3436" y="767746"/>
        <a:ext cx="3350240" cy="3213580"/>
      </dsp:txXfrm>
    </dsp:sp>
    <dsp:sp modelId="{A5058600-ABB4-4FC0-8F09-A4820B53C201}">
      <dsp:nvSpPr>
        <dsp:cNvPr id="0" name=""/>
        <dsp:cNvSpPr/>
      </dsp:nvSpPr>
      <dsp:spPr>
        <a:xfrm>
          <a:off x="3822709" y="47746"/>
          <a:ext cx="3350240" cy="720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Success metrics</a:t>
          </a:r>
        </a:p>
      </dsp:txBody>
      <dsp:txXfrm>
        <a:off x="3822709" y="47746"/>
        <a:ext cx="3350240" cy="720000"/>
      </dsp:txXfrm>
    </dsp:sp>
    <dsp:sp modelId="{BBB2F8E6-A5A4-4759-AAED-7EC8751BBBA6}">
      <dsp:nvSpPr>
        <dsp:cNvPr id="0" name=""/>
        <dsp:cNvSpPr/>
      </dsp:nvSpPr>
      <dsp:spPr>
        <a:xfrm>
          <a:off x="3822709" y="767746"/>
          <a:ext cx="3350240" cy="32135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Strong predictive accuracy (R</a:t>
          </a:r>
          <a:r>
            <a:rPr lang="en-US" sz="2500" kern="1200" baseline="30000"/>
            <a:t>2</a:t>
          </a:r>
          <a:r>
            <a:rPr lang="en-US" sz="2500" kern="1200"/>
            <a:t> score)</a:t>
          </a:r>
        </a:p>
        <a:p>
          <a:pPr marL="228600" lvl="1" indent="-228600" algn="l" defTabSz="11112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Reasonable prediction error</a:t>
          </a:r>
        </a:p>
        <a:p>
          <a:pPr marL="228600" lvl="1" indent="-228600" algn="l" defTabSz="11112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Model interpretability</a:t>
          </a:r>
        </a:p>
      </dsp:txBody>
      <dsp:txXfrm>
        <a:off x="3822709" y="767746"/>
        <a:ext cx="3350240" cy="3213580"/>
      </dsp:txXfrm>
    </dsp:sp>
    <dsp:sp modelId="{21BA8B3B-FBE0-4E68-9FC7-2007C8B3BCC6}">
      <dsp:nvSpPr>
        <dsp:cNvPr id="0" name=""/>
        <dsp:cNvSpPr/>
      </dsp:nvSpPr>
      <dsp:spPr>
        <a:xfrm>
          <a:off x="7641983" y="47746"/>
          <a:ext cx="3350240" cy="720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Constraints</a:t>
          </a:r>
        </a:p>
      </dsp:txBody>
      <dsp:txXfrm>
        <a:off x="7641983" y="47746"/>
        <a:ext cx="3350240" cy="720000"/>
      </dsp:txXfrm>
    </dsp:sp>
    <dsp:sp modelId="{07A85A4C-1D79-4B27-B8E5-FD04F2A08EC9}">
      <dsp:nvSpPr>
        <dsp:cNvPr id="0" name=""/>
        <dsp:cNvSpPr/>
      </dsp:nvSpPr>
      <dsp:spPr>
        <a:xfrm>
          <a:off x="7641983" y="767746"/>
          <a:ext cx="3350240" cy="32135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Limited dataset features</a:t>
          </a:r>
        </a:p>
        <a:p>
          <a:pPr marL="228600" lvl="1" indent="-228600" algn="l" defTabSz="11112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No external economic variables</a:t>
          </a:r>
        </a:p>
        <a:p>
          <a:pPr marL="228600" lvl="1" indent="-228600" algn="l" defTabSz="11112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Time constraints for model optimization</a:t>
          </a:r>
        </a:p>
      </dsp:txBody>
      <dsp:txXfrm>
        <a:off x="7641983" y="767746"/>
        <a:ext cx="3350240" cy="32135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EF41C2-A7CC-435A-9EBE-DD8128173373}">
      <dsp:nvSpPr>
        <dsp:cNvPr id="0" name=""/>
        <dsp:cNvSpPr/>
      </dsp:nvSpPr>
      <dsp:spPr>
        <a:xfrm>
          <a:off x="0" y="3032897"/>
          <a:ext cx="10995660" cy="9954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Why prediction matters:</a:t>
          </a:r>
        </a:p>
      </dsp:txBody>
      <dsp:txXfrm>
        <a:off x="0" y="3032897"/>
        <a:ext cx="10995660" cy="537550"/>
      </dsp:txXfrm>
    </dsp:sp>
    <dsp:sp modelId="{B13D9A8A-50B0-41F6-A4AE-61AEA0691B2D}">
      <dsp:nvSpPr>
        <dsp:cNvPr id="0" name=""/>
        <dsp:cNvSpPr/>
      </dsp:nvSpPr>
      <dsp:spPr>
        <a:xfrm>
          <a:off x="5368" y="3550538"/>
          <a:ext cx="3661640" cy="45791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Helps identify unusual spending patterns</a:t>
          </a:r>
        </a:p>
      </dsp:txBody>
      <dsp:txXfrm>
        <a:off x="5368" y="3550538"/>
        <a:ext cx="3661640" cy="457913"/>
      </dsp:txXfrm>
    </dsp:sp>
    <dsp:sp modelId="{442CD1DF-A9C2-4037-9E47-8A6FA53835BF}">
      <dsp:nvSpPr>
        <dsp:cNvPr id="0" name=""/>
        <dsp:cNvSpPr/>
      </dsp:nvSpPr>
      <dsp:spPr>
        <a:xfrm>
          <a:off x="3667009" y="3550538"/>
          <a:ext cx="3661640" cy="45791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Supports financial recommendations</a:t>
          </a:r>
        </a:p>
      </dsp:txBody>
      <dsp:txXfrm>
        <a:off x="3667009" y="3550538"/>
        <a:ext cx="3661640" cy="457913"/>
      </dsp:txXfrm>
    </dsp:sp>
    <dsp:sp modelId="{53AEC869-4FEA-45EB-9999-A6BFDC435154}">
      <dsp:nvSpPr>
        <dsp:cNvPr id="0" name=""/>
        <dsp:cNvSpPr/>
      </dsp:nvSpPr>
      <dsp:spPr>
        <a:xfrm>
          <a:off x="7328650" y="3550538"/>
          <a:ext cx="3661640" cy="45791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Enables proactive financial tools</a:t>
          </a:r>
        </a:p>
      </dsp:txBody>
      <dsp:txXfrm>
        <a:off x="7328650" y="3550538"/>
        <a:ext cx="3661640" cy="457913"/>
      </dsp:txXfrm>
    </dsp:sp>
    <dsp:sp modelId="{34FC189A-27F9-4A8A-A4EA-368EDDCA729D}">
      <dsp:nvSpPr>
        <dsp:cNvPr id="0" name=""/>
        <dsp:cNvSpPr/>
      </dsp:nvSpPr>
      <dsp:spPr>
        <a:xfrm rot="10800000">
          <a:off x="0" y="1516804"/>
          <a:ext cx="10995660" cy="1531024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Goal: </a:t>
          </a:r>
          <a:r>
            <a:rPr lang="en-US" sz="1700" b="1" kern="1200"/>
            <a:t>predict the transaction amount using demographic, behavioral, and time-based features.</a:t>
          </a:r>
          <a:endParaRPr lang="en-US" sz="1700" kern="1200"/>
        </a:p>
      </dsp:txBody>
      <dsp:txXfrm rot="10800000">
        <a:off x="0" y="1516804"/>
        <a:ext cx="10995660" cy="994813"/>
      </dsp:txXfrm>
    </dsp:sp>
    <dsp:sp modelId="{719C0DFE-3052-48C1-A0EF-39B9B332F98B}">
      <dsp:nvSpPr>
        <dsp:cNvPr id="0" name=""/>
        <dsp:cNvSpPr/>
      </dsp:nvSpPr>
      <dsp:spPr>
        <a:xfrm rot="10800000">
          <a:off x="0" y="712"/>
          <a:ext cx="10995660" cy="1531024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project was framed as a supervised regression problem</a:t>
          </a:r>
        </a:p>
      </dsp:txBody>
      <dsp:txXfrm rot="10800000">
        <a:off x="0" y="712"/>
        <a:ext cx="10995660" cy="99481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5333E7-DFB2-4471-801E-E1D65DDE25D5}">
      <dsp:nvSpPr>
        <dsp:cNvPr id="0" name=""/>
        <dsp:cNvSpPr/>
      </dsp:nvSpPr>
      <dsp:spPr>
        <a:xfrm>
          <a:off x="0" y="3637"/>
          <a:ext cx="10995660" cy="84669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1E9F5E-2634-4F93-B015-11DFD8360F17}">
      <dsp:nvSpPr>
        <dsp:cNvPr id="0" name=""/>
        <dsp:cNvSpPr/>
      </dsp:nvSpPr>
      <dsp:spPr>
        <a:xfrm>
          <a:off x="256125" y="194144"/>
          <a:ext cx="465681" cy="46568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084BC5-AA21-431F-90A0-CA4EFF5EE97C}">
      <dsp:nvSpPr>
        <dsp:cNvPr id="0" name=""/>
        <dsp:cNvSpPr/>
      </dsp:nvSpPr>
      <dsp:spPr>
        <a:xfrm>
          <a:off x="977931" y="3637"/>
          <a:ext cx="10016772" cy="8466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608" tIns="89608" rIns="89608" bIns="89608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The dataset contains approximately 50,000 transaction records.</a:t>
          </a:r>
        </a:p>
      </dsp:txBody>
      <dsp:txXfrm>
        <a:off x="977931" y="3637"/>
        <a:ext cx="10016772" cy="846694"/>
      </dsp:txXfrm>
    </dsp:sp>
    <dsp:sp modelId="{DE01B1B9-785E-4AF7-B11F-F24AE68E61BB}">
      <dsp:nvSpPr>
        <dsp:cNvPr id="0" name=""/>
        <dsp:cNvSpPr/>
      </dsp:nvSpPr>
      <dsp:spPr>
        <a:xfrm>
          <a:off x="0" y="1062005"/>
          <a:ext cx="10995660" cy="84669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4BB5C5-E73A-473B-80C1-F1F1E30A5251}">
      <dsp:nvSpPr>
        <dsp:cNvPr id="0" name=""/>
        <dsp:cNvSpPr/>
      </dsp:nvSpPr>
      <dsp:spPr>
        <a:xfrm>
          <a:off x="256125" y="1252512"/>
          <a:ext cx="465681" cy="46568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7A656D-A0BA-4856-ABBF-6DB0427EDB61}">
      <dsp:nvSpPr>
        <dsp:cNvPr id="0" name=""/>
        <dsp:cNvSpPr/>
      </dsp:nvSpPr>
      <dsp:spPr>
        <a:xfrm>
          <a:off x="977931" y="1062005"/>
          <a:ext cx="4948047" cy="8466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608" tIns="89608" rIns="89608" bIns="89608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Each record includes:</a:t>
          </a:r>
        </a:p>
      </dsp:txBody>
      <dsp:txXfrm>
        <a:off x="977931" y="1062005"/>
        <a:ext cx="4948047" cy="846694"/>
      </dsp:txXfrm>
    </dsp:sp>
    <dsp:sp modelId="{05B64A7B-E8E6-4228-81F2-34DEA176CFDB}">
      <dsp:nvSpPr>
        <dsp:cNvPr id="0" name=""/>
        <dsp:cNvSpPr/>
      </dsp:nvSpPr>
      <dsp:spPr>
        <a:xfrm>
          <a:off x="5925978" y="1062005"/>
          <a:ext cx="5068725" cy="8466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608" tIns="89608" rIns="89608" bIns="89608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Customer demographic data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Merchant information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Transaction category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Transaction date and time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Income vs expense classification</a:t>
          </a:r>
        </a:p>
      </dsp:txBody>
      <dsp:txXfrm>
        <a:off x="5925978" y="1062005"/>
        <a:ext cx="5068725" cy="846694"/>
      </dsp:txXfrm>
    </dsp:sp>
    <dsp:sp modelId="{2EB6220C-5479-454D-AA96-D3494DA20D01}">
      <dsp:nvSpPr>
        <dsp:cNvPr id="0" name=""/>
        <dsp:cNvSpPr/>
      </dsp:nvSpPr>
      <dsp:spPr>
        <a:xfrm>
          <a:off x="0" y="2120373"/>
          <a:ext cx="10995660" cy="84669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82B3F8-A585-49FE-BC1A-EF882681F2E3}">
      <dsp:nvSpPr>
        <dsp:cNvPr id="0" name=""/>
        <dsp:cNvSpPr/>
      </dsp:nvSpPr>
      <dsp:spPr>
        <a:xfrm>
          <a:off x="256125" y="2310880"/>
          <a:ext cx="465681" cy="46568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A05F03-E813-42B3-94F0-0C232DF7FF55}">
      <dsp:nvSpPr>
        <dsp:cNvPr id="0" name=""/>
        <dsp:cNvSpPr/>
      </dsp:nvSpPr>
      <dsp:spPr>
        <a:xfrm>
          <a:off x="977931" y="2120373"/>
          <a:ext cx="10016772" cy="8466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608" tIns="89608" rIns="89608" bIns="89608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Target variable: </a:t>
          </a:r>
          <a:r>
            <a:rPr lang="en-US" sz="2100" b="1" kern="1200"/>
            <a:t>transaction_amount</a:t>
          </a:r>
          <a:endParaRPr lang="en-US" sz="2100" kern="1200"/>
        </a:p>
      </dsp:txBody>
      <dsp:txXfrm>
        <a:off x="977931" y="2120373"/>
        <a:ext cx="10016772" cy="846694"/>
      </dsp:txXfrm>
    </dsp:sp>
    <dsp:sp modelId="{607BD80B-EFFE-464E-BD8F-00EEF902161A}">
      <dsp:nvSpPr>
        <dsp:cNvPr id="0" name=""/>
        <dsp:cNvSpPr/>
      </dsp:nvSpPr>
      <dsp:spPr>
        <a:xfrm>
          <a:off x="0" y="3178741"/>
          <a:ext cx="10995660" cy="84669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7295AD-0326-4FA9-A184-E9A666352489}">
      <dsp:nvSpPr>
        <dsp:cNvPr id="0" name=""/>
        <dsp:cNvSpPr/>
      </dsp:nvSpPr>
      <dsp:spPr>
        <a:xfrm>
          <a:off x="256125" y="3369247"/>
          <a:ext cx="465681" cy="46568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DD8E2D-DDDE-4731-A611-A0978446A719}">
      <dsp:nvSpPr>
        <dsp:cNvPr id="0" name=""/>
        <dsp:cNvSpPr/>
      </dsp:nvSpPr>
      <dsp:spPr>
        <a:xfrm>
          <a:off x="977931" y="3178741"/>
          <a:ext cx="10016772" cy="8466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608" tIns="89608" rIns="89608" bIns="89608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This dataset represents structured financial transaction behavior similar to what fintech systems collect</a:t>
          </a:r>
        </a:p>
      </dsp:txBody>
      <dsp:txXfrm>
        <a:off x="977931" y="3178741"/>
        <a:ext cx="10016772" cy="84669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2C12CD-D045-4D99-A09D-60F280274FAB}">
      <dsp:nvSpPr>
        <dsp:cNvPr id="0" name=""/>
        <dsp:cNvSpPr/>
      </dsp:nvSpPr>
      <dsp:spPr>
        <a:xfrm>
          <a:off x="0" y="2458"/>
          <a:ext cx="10995660" cy="114975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61337A-5D95-46D6-A17B-3B3ED7218B0C}">
      <dsp:nvSpPr>
        <dsp:cNvPr id="0" name=""/>
        <dsp:cNvSpPr/>
      </dsp:nvSpPr>
      <dsp:spPr>
        <a:xfrm>
          <a:off x="347802" y="261154"/>
          <a:ext cx="632367" cy="6323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11C7D2-77D1-47FA-869B-42B8C18AC369}">
      <dsp:nvSpPr>
        <dsp:cNvPr id="0" name=""/>
        <dsp:cNvSpPr/>
      </dsp:nvSpPr>
      <dsp:spPr>
        <a:xfrm>
          <a:off x="1327971" y="2458"/>
          <a:ext cx="9666390" cy="11497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683" tIns="121683" rIns="121683" bIns="12168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Before modeling, the dataset required several preprocessing steps.</a:t>
          </a:r>
        </a:p>
      </dsp:txBody>
      <dsp:txXfrm>
        <a:off x="1327971" y="2458"/>
        <a:ext cx="9666390" cy="1149759"/>
      </dsp:txXfrm>
    </dsp:sp>
    <dsp:sp modelId="{F3A60893-B625-4736-8317-D0CCD89BA176}">
      <dsp:nvSpPr>
        <dsp:cNvPr id="0" name=""/>
        <dsp:cNvSpPr/>
      </dsp:nvSpPr>
      <dsp:spPr>
        <a:xfrm>
          <a:off x="0" y="1439657"/>
          <a:ext cx="10995660" cy="114975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685338-2AEC-4ACE-9F28-64A076FEBA78}">
      <dsp:nvSpPr>
        <dsp:cNvPr id="0" name=""/>
        <dsp:cNvSpPr/>
      </dsp:nvSpPr>
      <dsp:spPr>
        <a:xfrm>
          <a:off x="347802" y="1698353"/>
          <a:ext cx="632367" cy="6323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892310-C863-4B84-8B9D-075524B2B8AE}">
      <dsp:nvSpPr>
        <dsp:cNvPr id="0" name=""/>
        <dsp:cNvSpPr/>
      </dsp:nvSpPr>
      <dsp:spPr>
        <a:xfrm>
          <a:off x="1327971" y="1439657"/>
          <a:ext cx="4948047" cy="11497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683" tIns="121683" rIns="121683" bIns="12168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Key transformations included:</a:t>
          </a:r>
        </a:p>
      </dsp:txBody>
      <dsp:txXfrm>
        <a:off x="1327971" y="1439657"/>
        <a:ext cx="4948047" cy="1149759"/>
      </dsp:txXfrm>
    </dsp:sp>
    <dsp:sp modelId="{3DEEA360-CF67-4BA4-951F-9B4FD7949684}">
      <dsp:nvSpPr>
        <dsp:cNvPr id="0" name=""/>
        <dsp:cNvSpPr/>
      </dsp:nvSpPr>
      <dsp:spPr>
        <a:xfrm>
          <a:off x="6276018" y="1439657"/>
          <a:ext cx="4718343" cy="11497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683" tIns="121683" rIns="121683" bIns="121683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Converting birthdate into age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Extracting month and day-of-week features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Encoding categorical variables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Handling high-cardinality merchant data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Scaling numerical features</a:t>
          </a:r>
        </a:p>
      </dsp:txBody>
      <dsp:txXfrm>
        <a:off x="6276018" y="1439657"/>
        <a:ext cx="4718343" cy="1149759"/>
      </dsp:txXfrm>
    </dsp:sp>
    <dsp:sp modelId="{226248E6-4309-4815-8633-8188E86C49EB}">
      <dsp:nvSpPr>
        <dsp:cNvPr id="0" name=""/>
        <dsp:cNvSpPr/>
      </dsp:nvSpPr>
      <dsp:spPr>
        <a:xfrm>
          <a:off x="0" y="2876856"/>
          <a:ext cx="10995660" cy="114975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D21C22-5D5D-4831-BB35-3E6EB24F11B1}">
      <dsp:nvSpPr>
        <dsp:cNvPr id="0" name=""/>
        <dsp:cNvSpPr/>
      </dsp:nvSpPr>
      <dsp:spPr>
        <a:xfrm>
          <a:off x="347802" y="3135552"/>
          <a:ext cx="632367" cy="6323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D5E762-2615-45BC-A821-807A3286BE2D}">
      <dsp:nvSpPr>
        <dsp:cNvPr id="0" name=""/>
        <dsp:cNvSpPr/>
      </dsp:nvSpPr>
      <dsp:spPr>
        <a:xfrm>
          <a:off x="1327971" y="2876856"/>
          <a:ext cx="9666390" cy="11497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683" tIns="121683" rIns="121683" bIns="12168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These steps ensured the data was clean, structured, and suitable for machine learning. </a:t>
          </a:r>
        </a:p>
      </dsp:txBody>
      <dsp:txXfrm>
        <a:off x="1327971" y="2876856"/>
        <a:ext cx="9666390" cy="114975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3FFDE7-B90A-41A2-9A20-84269BA9A982}">
      <dsp:nvSpPr>
        <dsp:cNvPr id="0" name=""/>
        <dsp:cNvSpPr/>
      </dsp:nvSpPr>
      <dsp:spPr>
        <a:xfrm>
          <a:off x="5326724" y="1391449"/>
          <a:ext cx="2674668" cy="6364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3721"/>
              </a:lnTo>
              <a:lnTo>
                <a:pt x="2674668" y="433721"/>
              </a:lnTo>
              <a:lnTo>
                <a:pt x="2674668" y="63644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6D0C6F-CCCF-4B89-B8B4-8D05EAF4B026}">
      <dsp:nvSpPr>
        <dsp:cNvPr id="0" name=""/>
        <dsp:cNvSpPr/>
      </dsp:nvSpPr>
      <dsp:spPr>
        <a:xfrm>
          <a:off x="5281004" y="1391449"/>
          <a:ext cx="91440" cy="63644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3644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8B7B03-0C64-4C10-9028-EA6B42FAF1B8}">
      <dsp:nvSpPr>
        <dsp:cNvPr id="0" name=""/>
        <dsp:cNvSpPr/>
      </dsp:nvSpPr>
      <dsp:spPr>
        <a:xfrm>
          <a:off x="2652055" y="1391449"/>
          <a:ext cx="2674668" cy="636449"/>
        </a:xfrm>
        <a:custGeom>
          <a:avLst/>
          <a:gdLst/>
          <a:ahLst/>
          <a:cxnLst/>
          <a:rect l="0" t="0" r="0" b="0"/>
          <a:pathLst>
            <a:path>
              <a:moveTo>
                <a:pt x="2674668" y="0"/>
              </a:moveTo>
              <a:lnTo>
                <a:pt x="2674668" y="433721"/>
              </a:lnTo>
              <a:lnTo>
                <a:pt x="0" y="433721"/>
              </a:lnTo>
              <a:lnTo>
                <a:pt x="0" y="63644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675482-A1A5-4857-9101-33C409A27391}">
      <dsp:nvSpPr>
        <dsp:cNvPr id="0" name=""/>
        <dsp:cNvSpPr/>
      </dsp:nvSpPr>
      <dsp:spPr>
        <a:xfrm>
          <a:off x="1557873" y="1837"/>
          <a:ext cx="2188365" cy="13896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C8B53F-72DA-406F-9AF4-AAC64720F72C}">
      <dsp:nvSpPr>
        <dsp:cNvPr id="0" name=""/>
        <dsp:cNvSpPr/>
      </dsp:nvSpPr>
      <dsp:spPr>
        <a:xfrm>
          <a:off x="1801024" y="232831"/>
          <a:ext cx="2188365" cy="13896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Exploratory analysis revealed important spending patterns</a:t>
          </a:r>
        </a:p>
      </dsp:txBody>
      <dsp:txXfrm>
        <a:off x="1841724" y="273531"/>
        <a:ext cx="2106965" cy="1308211"/>
      </dsp:txXfrm>
    </dsp:sp>
    <dsp:sp modelId="{B0450D54-CC38-49FF-99F3-1F9BCD02A48F}">
      <dsp:nvSpPr>
        <dsp:cNvPr id="0" name=""/>
        <dsp:cNvSpPr/>
      </dsp:nvSpPr>
      <dsp:spPr>
        <a:xfrm>
          <a:off x="4232541" y="1837"/>
          <a:ext cx="2188365" cy="13896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5B9B3A-F003-4B4B-A9F6-1A290E5A0698}">
      <dsp:nvSpPr>
        <dsp:cNvPr id="0" name=""/>
        <dsp:cNvSpPr/>
      </dsp:nvSpPr>
      <dsp:spPr>
        <a:xfrm>
          <a:off x="4475693" y="232831"/>
          <a:ext cx="2188365" cy="13896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Key observations included:</a:t>
          </a:r>
        </a:p>
      </dsp:txBody>
      <dsp:txXfrm>
        <a:off x="4516393" y="273531"/>
        <a:ext cx="2106965" cy="1308211"/>
      </dsp:txXfrm>
    </dsp:sp>
    <dsp:sp modelId="{266E9DD4-E64F-4DEB-9C6B-C75C34DD61B7}">
      <dsp:nvSpPr>
        <dsp:cNvPr id="0" name=""/>
        <dsp:cNvSpPr/>
      </dsp:nvSpPr>
      <dsp:spPr>
        <a:xfrm>
          <a:off x="1557873" y="2027898"/>
          <a:ext cx="2188365" cy="13896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EB4FC1-4D31-48A2-8D0F-0EFF07F47686}">
      <dsp:nvSpPr>
        <dsp:cNvPr id="0" name=""/>
        <dsp:cNvSpPr/>
      </dsp:nvSpPr>
      <dsp:spPr>
        <a:xfrm>
          <a:off x="1801024" y="2258892"/>
          <a:ext cx="2188365" cy="13896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Transaction values are right-skewed</a:t>
          </a:r>
        </a:p>
      </dsp:txBody>
      <dsp:txXfrm>
        <a:off x="1841724" y="2299592"/>
        <a:ext cx="2106965" cy="1308211"/>
      </dsp:txXfrm>
    </dsp:sp>
    <dsp:sp modelId="{3D8C3CDD-F84F-4F43-8D1D-10910A99DA7B}">
      <dsp:nvSpPr>
        <dsp:cNvPr id="0" name=""/>
        <dsp:cNvSpPr/>
      </dsp:nvSpPr>
      <dsp:spPr>
        <a:xfrm>
          <a:off x="4232541" y="2027898"/>
          <a:ext cx="2188365" cy="13896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E6D701-4519-4688-BE49-3316BDBF0127}">
      <dsp:nvSpPr>
        <dsp:cNvPr id="0" name=""/>
        <dsp:cNvSpPr/>
      </dsp:nvSpPr>
      <dsp:spPr>
        <a:xfrm>
          <a:off x="4475693" y="2258892"/>
          <a:ext cx="2188365" cy="13896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Most purchases fall into small-to-medium price ranges</a:t>
          </a:r>
        </a:p>
      </dsp:txBody>
      <dsp:txXfrm>
        <a:off x="4516393" y="2299592"/>
        <a:ext cx="2106965" cy="1308211"/>
      </dsp:txXfrm>
    </dsp:sp>
    <dsp:sp modelId="{82B53482-F73F-429B-9475-5DD0772EEFF9}">
      <dsp:nvSpPr>
        <dsp:cNvPr id="0" name=""/>
        <dsp:cNvSpPr/>
      </dsp:nvSpPr>
      <dsp:spPr>
        <a:xfrm>
          <a:off x="6907210" y="2027898"/>
          <a:ext cx="2188365" cy="13896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F07A71-1877-4968-8908-416CC41816A2}">
      <dsp:nvSpPr>
        <dsp:cNvPr id="0" name=""/>
        <dsp:cNvSpPr/>
      </dsp:nvSpPr>
      <dsp:spPr>
        <a:xfrm>
          <a:off x="7150361" y="2258892"/>
          <a:ext cx="2188365" cy="13896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 small number of categories account for most spending</a:t>
          </a:r>
        </a:p>
      </dsp:txBody>
      <dsp:txXfrm>
        <a:off x="7191061" y="2299592"/>
        <a:ext cx="2106965" cy="1308211"/>
      </dsp:txXfrm>
    </dsp:sp>
    <dsp:sp modelId="{2AD5DA7F-C0A5-4BAB-9998-8D3E5021CE58}">
      <dsp:nvSpPr>
        <dsp:cNvPr id="0" name=""/>
        <dsp:cNvSpPr/>
      </dsp:nvSpPr>
      <dsp:spPr>
        <a:xfrm>
          <a:off x="6907210" y="1837"/>
          <a:ext cx="2188365" cy="13896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0F0A46-24C2-4DB6-B63A-89315175B3E3}">
      <dsp:nvSpPr>
        <dsp:cNvPr id="0" name=""/>
        <dsp:cNvSpPr/>
      </dsp:nvSpPr>
      <dsp:spPr>
        <a:xfrm>
          <a:off x="7150361" y="232831"/>
          <a:ext cx="2188365" cy="13896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This suggests that spending behavior is highly uneven across categories</a:t>
          </a:r>
        </a:p>
      </dsp:txBody>
      <dsp:txXfrm>
        <a:off x="7191061" y="273531"/>
        <a:ext cx="2106965" cy="130821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B2A877-0CA0-4843-BC37-F2655C0714BC}">
      <dsp:nvSpPr>
        <dsp:cNvPr id="0" name=""/>
        <dsp:cNvSpPr/>
      </dsp:nvSpPr>
      <dsp:spPr>
        <a:xfrm>
          <a:off x="0" y="491"/>
          <a:ext cx="10995660" cy="11508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3A6838-A118-4610-BE40-7064E13F8E03}">
      <dsp:nvSpPr>
        <dsp:cNvPr id="0" name=""/>
        <dsp:cNvSpPr/>
      </dsp:nvSpPr>
      <dsp:spPr>
        <a:xfrm>
          <a:off x="348142" y="259440"/>
          <a:ext cx="632985" cy="63298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AC179C-4015-47F6-9909-204D6CB5881E}">
      <dsp:nvSpPr>
        <dsp:cNvPr id="0" name=""/>
        <dsp:cNvSpPr/>
      </dsp:nvSpPr>
      <dsp:spPr>
        <a:xfrm>
          <a:off x="1329269" y="491"/>
          <a:ext cx="9666390" cy="11508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802" tIns="121802" rIns="121802" bIns="121802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Additional analysis revealed temporal patterns in spending</a:t>
          </a:r>
        </a:p>
      </dsp:txBody>
      <dsp:txXfrm>
        <a:off x="1329269" y="491"/>
        <a:ext cx="9666390" cy="1150882"/>
      </dsp:txXfrm>
    </dsp:sp>
    <dsp:sp modelId="{8445964E-C997-41FC-BC89-A1DD0D4CEA90}">
      <dsp:nvSpPr>
        <dsp:cNvPr id="0" name=""/>
        <dsp:cNvSpPr/>
      </dsp:nvSpPr>
      <dsp:spPr>
        <a:xfrm>
          <a:off x="0" y="1439095"/>
          <a:ext cx="10995660" cy="11508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E91DBC-66CD-417A-AF9D-216986943F66}">
      <dsp:nvSpPr>
        <dsp:cNvPr id="0" name=""/>
        <dsp:cNvSpPr/>
      </dsp:nvSpPr>
      <dsp:spPr>
        <a:xfrm>
          <a:off x="348142" y="1698044"/>
          <a:ext cx="632985" cy="63298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C41EC0-C195-4A5B-9AC1-4BFA35445F26}">
      <dsp:nvSpPr>
        <dsp:cNvPr id="0" name=""/>
        <dsp:cNvSpPr/>
      </dsp:nvSpPr>
      <dsp:spPr>
        <a:xfrm>
          <a:off x="1329269" y="1439095"/>
          <a:ext cx="4948047" cy="11508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802" tIns="121802" rIns="121802" bIns="121802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Key findings:</a:t>
          </a:r>
        </a:p>
      </dsp:txBody>
      <dsp:txXfrm>
        <a:off x="1329269" y="1439095"/>
        <a:ext cx="4948047" cy="1150882"/>
      </dsp:txXfrm>
    </dsp:sp>
    <dsp:sp modelId="{95DD2B4A-A66D-473E-B75A-37B5562C66A1}">
      <dsp:nvSpPr>
        <dsp:cNvPr id="0" name=""/>
        <dsp:cNvSpPr/>
      </dsp:nvSpPr>
      <dsp:spPr>
        <a:xfrm>
          <a:off x="6277316" y="1439095"/>
          <a:ext cx="4718343" cy="11508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802" tIns="121802" rIns="121802" bIns="121802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Spending varies by month and day of week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Certain categories dominate overall spending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Merchant information strongly correlates with purchase size</a:t>
          </a:r>
        </a:p>
      </dsp:txBody>
      <dsp:txXfrm>
        <a:off x="6277316" y="1439095"/>
        <a:ext cx="4718343" cy="1150882"/>
      </dsp:txXfrm>
    </dsp:sp>
    <dsp:sp modelId="{EA642C13-4DD9-46E3-8AD4-AF59CCA78AB3}">
      <dsp:nvSpPr>
        <dsp:cNvPr id="0" name=""/>
        <dsp:cNvSpPr/>
      </dsp:nvSpPr>
      <dsp:spPr>
        <a:xfrm>
          <a:off x="0" y="2877699"/>
          <a:ext cx="10995660" cy="11508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58F30B-1B34-40A1-B72E-554E0131EB87}">
      <dsp:nvSpPr>
        <dsp:cNvPr id="0" name=""/>
        <dsp:cNvSpPr/>
      </dsp:nvSpPr>
      <dsp:spPr>
        <a:xfrm>
          <a:off x="348142" y="3136647"/>
          <a:ext cx="632985" cy="63298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28C72A-6189-477B-BED4-892E712F4E09}">
      <dsp:nvSpPr>
        <dsp:cNvPr id="0" name=""/>
        <dsp:cNvSpPr/>
      </dsp:nvSpPr>
      <dsp:spPr>
        <a:xfrm>
          <a:off x="1329269" y="2877699"/>
          <a:ext cx="9666390" cy="11508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802" tIns="121802" rIns="121802" bIns="121802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These insights helped guide the model selection</a:t>
          </a:r>
        </a:p>
      </dsp:txBody>
      <dsp:txXfrm>
        <a:off x="1329269" y="2877699"/>
        <a:ext cx="9666390" cy="115088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FA9198-36BC-47F5-93D7-23E4F3E31B04}">
      <dsp:nvSpPr>
        <dsp:cNvPr id="0" name=""/>
        <dsp:cNvSpPr/>
      </dsp:nvSpPr>
      <dsp:spPr>
        <a:xfrm>
          <a:off x="0" y="2227"/>
          <a:ext cx="10896600" cy="104168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1C2C1B-594C-41DC-B557-D8624B3BD6E8}">
      <dsp:nvSpPr>
        <dsp:cNvPr id="0" name=""/>
        <dsp:cNvSpPr/>
      </dsp:nvSpPr>
      <dsp:spPr>
        <a:xfrm>
          <a:off x="315108" y="236605"/>
          <a:ext cx="572925" cy="5729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E99510-BDFC-42F4-909D-8DFA2419A600}">
      <dsp:nvSpPr>
        <dsp:cNvPr id="0" name=""/>
        <dsp:cNvSpPr/>
      </dsp:nvSpPr>
      <dsp:spPr>
        <a:xfrm>
          <a:off x="1203142" y="2227"/>
          <a:ext cx="9692281" cy="10416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245" tIns="110245" rIns="110245" bIns="11024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 Random Forest Regressor was selected.</a:t>
          </a:r>
        </a:p>
      </dsp:txBody>
      <dsp:txXfrm>
        <a:off x="1203142" y="2227"/>
        <a:ext cx="9692281" cy="1041681"/>
      </dsp:txXfrm>
    </dsp:sp>
    <dsp:sp modelId="{00A38ED3-7B47-4BA9-8807-2D1D574EE047}">
      <dsp:nvSpPr>
        <dsp:cNvPr id="0" name=""/>
        <dsp:cNvSpPr/>
      </dsp:nvSpPr>
      <dsp:spPr>
        <a:xfrm>
          <a:off x="0" y="1304330"/>
          <a:ext cx="10896600" cy="104168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D2C8A4-CF7C-464C-953A-80F5DAC2DF46}">
      <dsp:nvSpPr>
        <dsp:cNvPr id="0" name=""/>
        <dsp:cNvSpPr/>
      </dsp:nvSpPr>
      <dsp:spPr>
        <a:xfrm>
          <a:off x="315108" y="1538708"/>
          <a:ext cx="572925" cy="5729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2BB833-64E4-4DE2-B26E-DEE2DB52FA0C}">
      <dsp:nvSpPr>
        <dsp:cNvPr id="0" name=""/>
        <dsp:cNvSpPr/>
      </dsp:nvSpPr>
      <dsp:spPr>
        <a:xfrm>
          <a:off x="1203142" y="1304330"/>
          <a:ext cx="4903470" cy="10416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245" tIns="110245" rIns="110245" bIns="11024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Reasons for choosing Random Forest:</a:t>
          </a:r>
        </a:p>
      </dsp:txBody>
      <dsp:txXfrm>
        <a:off x="1203142" y="1304330"/>
        <a:ext cx="4903470" cy="1041681"/>
      </dsp:txXfrm>
    </dsp:sp>
    <dsp:sp modelId="{D1D51C80-6D46-424C-9AAD-76E2CD3A5AAC}">
      <dsp:nvSpPr>
        <dsp:cNvPr id="0" name=""/>
        <dsp:cNvSpPr/>
      </dsp:nvSpPr>
      <dsp:spPr>
        <a:xfrm>
          <a:off x="6106612" y="1304330"/>
          <a:ext cx="4788811" cy="10416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245" tIns="110245" rIns="110245" bIns="110245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Captures nonlinear relationships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Handles mixed data types well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Robust with minimal tuning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Provides feature importance for interpretation</a:t>
          </a:r>
        </a:p>
      </dsp:txBody>
      <dsp:txXfrm>
        <a:off x="6106612" y="1304330"/>
        <a:ext cx="4788811" cy="1041681"/>
      </dsp:txXfrm>
    </dsp:sp>
    <dsp:sp modelId="{B195DA44-55EC-4844-908F-0133286CF305}">
      <dsp:nvSpPr>
        <dsp:cNvPr id="0" name=""/>
        <dsp:cNvSpPr/>
      </dsp:nvSpPr>
      <dsp:spPr>
        <a:xfrm>
          <a:off x="0" y="2606432"/>
          <a:ext cx="10896600" cy="104168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9774E4-9A30-44D0-B22D-66BA8496D1F5}">
      <dsp:nvSpPr>
        <dsp:cNvPr id="0" name=""/>
        <dsp:cNvSpPr/>
      </dsp:nvSpPr>
      <dsp:spPr>
        <a:xfrm>
          <a:off x="315108" y="2840810"/>
          <a:ext cx="572925" cy="5729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D8E6C9-7FE3-4BD6-9A2D-E7ED86D5085C}">
      <dsp:nvSpPr>
        <dsp:cNvPr id="0" name=""/>
        <dsp:cNvSpPr/>
      </dsp:nvSpPr>
      <dsp:spPr>
        <a:xfrm>
          <a:off x="1203142" y="2606432"/>
          <a:ext cx="9692281" cy="10416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245" tIns="110245" rIns="110245" bIns="11024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The dataset was split: </a:t>
          </a:r>
          <a:r>
            <a:rPr lang="en-US" sz="2500" b="1" kern="1200"/>
            <a:t>80% Training / 20% Testing</a:t>
          </a:r>
          <a:endParaRPr lang="en-US" sz="2500" kern="1200"/>
        </a:p>
      </dsp:txBody>
      <dsp:txXfrm>
        <a:off x="1203142" y="2606432"/>
        <a:ext cx="9692281" cy="104168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7DF3D8-F300-42CA-BE11-435F2756A7C2}">
      <dsp:nvSpPr>
        <dsp:cNvPr id="0" name=""/>
        <dsp:cNvSpPr/>
      </dsp:nvSpPr>
      <dsp:spPr>
        <a:xfrm>
          <a:off x="0" y="491"/>
          <a:ext cx="10995660" cy="11508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746F78-E8EB-434A-85D8-201D0B04B6A1}">
      <dsp:nvSpPr>
        <dsp:cNvPr id="0" name=""/>
        <dsp:cNvSpPr/>
      </dsp:nvSpPr>
      <dsp:spPr>
        <a:xfrm>
          <a:off x="348142" y="259440"/>
          <a:ext cx="632985" cy="63298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567832-5CBC-48E6-AE92-65CFE8DFCBD5}">
      <dsp:nvSpPr>
        <dsp:cNvPr id="0" name=""/>
        <dsp:cNvSpPr/>
      </dsp:nvSpPr>
      <dsp:spPr>
        <a:xfrm>
          <a:off x="1329269" y="491"/>
          <a:ext cx="4948047" cy="11508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802" tIns="121802" rIns="121802" bIns="121802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The model produced the following results:</a:t>
          </a:r>
        </a:p>
      </dsp:txBody>
      <dsp:txXfrm>
        <a:off x="1329269" y="491"/>
        <a:ext cx="4948047" cy="1150882"/>
      </dsp:txXfrm>
    </dsp:sp>
    <dsp:sp modelId="{65597913-9F83-466F-AA94-46FF7435ECA6}">
      <dsp:nvSpPr>
        <dsp:cNvPr id="0" name=""/>
        <dsp:cNvSpPr/>
      </dsp:nvSpPr>
      <dsp:spPr>
        <a:xfrm>
          <a:off x="6277316" y="491"/>
          <a:ext cx="4718343" cy="11508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802" tIns="121802" rIns="121802" bIns="12180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R² Score: 0.82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MAE: 24.15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RMSE: 36.90</a:t>
          </a:r>
        </a:p>
      </dsp:txBody>
      <dsp:txXfrm>
        <a:off x="6277316" y="491"/>
        <a:ext cx="4718343" cy="1150882"/>
      </dsp:txXfrm>
    </dsp:sp>
    <dsp:sp modelId="{5CC5F836-0D2B-4FC3-81A5-FC1EF69C3B8E}">
      <dsp:nvSpPr>
        <dsp:cNvPr id="0" name=""/>
        <dsp:cNvSpPr/>
      </dsp:nvSpPr>
      <dsp:spPr>
        <a:xfrm>
          <a:off x="0" y="1439095"/>
          <a:ext cx="10995660" cy="11508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EA2774-E9E3-47D6-9E41-604913D66050}">
      <dsp:nvSpPr>
        <dsp:cNvPr id="0" name=""/>
        <dsp:cNvSpPr/>
      </dsp:nvSpPr>
      <dsp:spPr>
        <a:xfrm>
          <a:off x="348142" y="1698044"/>
          <a:ext cx="632985" cy="63298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A7EF7B-ABC2-42C7-A7D8-4479FF22F122}">
      <dsp:nvSpPr>
        <dsp:cNvPr id="0" name=""/>
        <dsp:cNvSpPr/>
      </dsp:nvSpPr>
      <dsp:spPr>
        <a:xfrm>
          <a:off x="1329269" y="1439095"/>
          <a:ext cx="4948047" cy="11508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802" tIns="121802" rIns="121802" bIns="121802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Interpretation:</a:t>
          </a:r>
        </a:p>
      </dsp:txBody>
      <dsp:txXfrm>
        <a:off x="1329269" y="1439095"/>
        <a:ext cx="4948047" cy="1150882"/>
      </dsp:txXfrm>
    </dsp:sp>
    <dsp:sp modelId="{4E9BDFB1-7CD9-4804-9BBE-D9E306982F48}">
      <dsp:nvSpPr>
        <dsp:cNvPr id="0" name=""/>
        <dsp:cNvSpPr/>
      </dsp:nvSpPr>
      <dsp:spPr>
        <a:xfrm>
          <a:off x="6277316" y="1439095"/>
          <a:ext cx="4718343" cy="11508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802" tIns="121802" rIns="121802" bIns="12180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The model explains 82% of the variance in transaction amounts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Average prediction error is about $24 per transaction</a:t>
          </a:r>
        </a:p>
      </dsp:txBody>
      <dsp:txXfrm>
        <a:off x="6277316" y="1439095"/>
        <a:ext cx="4718343" cy="1150882"/>
      </dsp:txXfrm>
    </dsp:sp>
    <dsp:sp modelId="{36601891-7894-43F6-8A4C-A63A5A15FF44}">
      <dsp:nvSpPr>
        <dsp:cNvPr id="0" name=""/>
        <dsp:cNvSpPr/>
      </dsp:nvSpPr>
      <dsp:spPr>
        <a:xfrm>
          <a:off x="0" y="2877699"/>
          <a:ext cx="10995660" cy="11508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410515-78B7-4045-83D4-925B42616330}">
      <dsp:nvSpPr>
        <dsp:cNvPr id="0" name=""/>
        <dsp:cNvSpPr/>
      </dsp:nvSpPr>
      <dsp:spPr>
        <a:xfrm>
          <a:off x="348142" y="3136647"/>
          <a:ext cx="632985" cy="63298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16B8CD-7F51-4921-A73E-CEC1F539BD7B}">
      <dsp:nvSpPr>
        <dsp:cNvPr id="0" name=""/>
        <dsp:cNvSpPr/>
      </dsp:nvSpPr>
      <dsp:spPr>
        <a:xfrm>
          <a:off x="1329269" y="2877699"/>
          <a:ext cx="9666390" cy="11508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802" tIns="121802" rIns="121802" bIns="121802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Overall, the model captures meaningful patterns in financial behavior.</a:t>
          </a:r>
        </a:p>
      </dsp:txBody>
      <dsp:txXfrm>
        <a:off x="1329269" y="2877699"/>
        <a:ext cx="9666390" cy="115088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5C3437-8581-4041-8ADA-0E82E04051C5}">
      <dsp:nvSpPr>
        <dsp:cNvPr id="0" name=""/>
        <dsp:cNvSpPr/>
      </dsp:nvSpPr>
      <dsp:spPr>
        <a:xfrm>
          <a:off x="0" y="654724"/>
          <a:ext cx="10995660" cy="12087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EC1BF9-B8F1-4542-8477-C690E8749726}">
      <dsp:nvSpPr>
        <dsp:cNvPr id="0" name=""/>
        <dsp:cNvSpPr/>
      </dsp:nvSpPr>
      <dsp:spPr>
        <a:xfrm>
          <a:off x="365638" y="926687"/>
          <a:ext cx="664797" cy="6647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94E574-D873-4BED-8965-625AF16705CD}">
      <dsp:nvSpPr>
        <dsp:cNvPr id="0" name=""/>
        <dsp:cNvSpPr/>
      </dsp:nvSpPr>
      <dsp:spPr>
        <a:xfrm>
          <a:off x="1396074" y="654724"/>
          <a:ext cx="4948047" cy="12087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923" tIns="127923" rIns="127923" bIns="1279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Feature importance analysis revealed that:</a:t>
          </a:r>
        </a:p>
      </dsp:txBody>
      <dsp:txXfrm>
        <a:off x="1396074" y="654724"/>
        <a:ext cx="4948047" cy="1208722"/>
      </dsp:txXfrm>
    </dsp:sp>
    <dsp:sp modelId="{7FFF7489-6109-4D48-B95E-5C8BA63964CE}">
      <dsp:nvSpPr>
        <dsp:cNvPr id="0" name=""/>
        <dsp:cNvSpPr/>
      </dsp:nvSpPr>
      <dsp:spPr>
        <a:xfrm>
          <a:off x="6344121" y="654724"/>
          <a:ext cx="4651538" cy="12087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923" tIns="127923" rIns="127923" bIns="127923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Transaction category is the strongest predictor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Merchant information significantly improves predictions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Temporal features such as month influence spending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Age has smaller influence</a:t>
          </a:r>
        </a:p>
      </dsp:txBody>
      <dsp:txXfrm>
        <a:off x="6344121" y="654724"/>
        <a:ext cx="4651538" cy="1208722"/>
      </dsp:txXfrm>
    </dsp:sp>
    <dsp:sp modelId="{C2DDEAEE-A8F3-4BEA-8E7E-79FE98B19715}">
      <dsp:nvSpPr>
        <dsp:cNvPr id="0" name=""/>
        <dsp:cNvSpPr/>
      </dsp:nvSpPr>
      <dsp:spPr>
        <a:xfrm>
          <a:off x="0" y="2165627"/>
          <a:ext cx="10995660" cy="12087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CA2C46-0199-478C-B48D-AA87B50865C3}">
      <dsp:nvSpPr>
        <dsp:cNvPr id="0" name=""/>
        <dsp:cNvSpPr/>
      </dsp:nvSpPr>
      <dsp:spPr>
        <a:xfrm>
          <a:off x="365638" y="2437589"/>
          <a:ext cx="664797" cy="6647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B3B29A-16B5-4425-A5F5-01EEB6592E28}">
      <dsp:nvSpPr>
        <dsp:cNvPr id="0" name=""/>
        <dsp:cNvSpPr/>
      </dsp:nvSpPr>
      <dsp:spPr>
        <a:xfrm>
          <a:off x="1396074" y="2165627"/>
          <a:ext cx="9599585" cy="12087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923" tIns="127923" rIns="127923" bIns="1279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This confirms that spending behavior is primarily contextual rather than demographic.</a:t>
          </a:r>
        </a:p>
      </dsp:txBody>
      <dsp:txXfrm>
        <a:off x="1396074" y="2165627"/>
        <a:ext cx="9599585" cy="120872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8DE117-E036-4B4A-9964-03A7022DB8BA}">
      <dsp:nvSpPr>
        <dsp:cNvPr id="0" name=""/>
        <dsp:cNvSpPr/>
      </dsp:nvSpPr>
      <dsp:spPr>
        <a:xfrm>
          <a:off x="0" y="657379"/>
          <a:ext cx="10995660" cy="120636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539628-EE47-43D4-9DA8-3B7E54013289}">
      <dsp:nvSpPr>
        <dsp:cNvPr id="0" name=""/>
        <dsp:cNvSpPr/>
      </dsp:nvSpPr>
      <dsp:spPr>
        <a:xfrm>
          <a:off x="364924" y="928810"/>
          <a:ext cx="663499" cy="6634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FBCD45-A3F9-4704-8090-621FDF1575BB}">
      <dsp:nvSpPr>
        <dsp:cNvPr id="0" name=""/>
        <dsp:cNvSpPr/>
      </dsp:nvSpPr>
      <dsp:spPr>
        <a:xfrm>
          <a:off x="1393348" y="657379"/>
          <a:ext cx="4948047" cy="12063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673" tIns="127673" rIns="127673" bIns="12767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Based on the results, financial platforms could implement:</a:t>
          </a:r>
        </a:p>
      </dsp:txBody>
      <dsp:txXfrm>
        <a:off x="1393348" y="657379"/>
        <a:ext cx="4948047" cy="1206362"/>
      </dsp:txXfrm>
    </dsp:sp>
    <dsp:sp modelId="{A7EA41A0-8C88-4805-BF1B-A2D4729D93D9}">
      <dsp:nvSpPr>
        <dsp:cNvPr id="0" name=""/>
        <dsp:cNvSpPr/>
      </dsp:nvSpPr>
      <dsp:spPr>
        <a:xfrm>
          <a:off x="6341395" y="657379"/>
          <a:ext cx="4652902" cy="12063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673" tIns="127673" rIns="127673" bIns="127673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Behavioral spending alerts: detect when transactions exceed predicted spending patterns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Personalized budget insights: identify categories where users may overspend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AI Financial coaching: translate predictive insights into natural language recommendations</a:t>
          </a:r>
        </a:p>
      </dsp:txBody>
      <dsp:txXfrm>
        <a:off x="6341395" y="657379"/>
        <a:ext cx="4652902" cy="1206362"/>
      </dsp:txXfrm>
    </dsp:sp>
    <dsp:sp modelId="{391E5C91-ECB8-47F5-894A-1B7997896F7A}">
      <dsp:nvSpPr>
        <dsp:cNvPr id="0" name=""/>
        <dsp:cNvSpPr/>
      </dsp:nvSpPr>
      <dsp:spPr>
        <a:xfrm>
          <a:off x="0" y="2165332"/>
          <a:ext cx="10995660" cy="120636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190ABC-4512-440B-B195-122263593674}">
      <dsp:nvSpPr>
        <dsp:cNvPr id="0" name=""/>
        <dsp:cNvSpPr/>
      </dsp:nvSpPr>
      <dsp:spPr>
        <a:xfrm>
          <a:off x="364924" y="2436763"/>
          <a:ext cx="663499" cy="6634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FAD6CC-B217-4A8B-BE8D-CD6BA0ACDBCB}">
      <dsp:nvSpPr>
        <dsp:cNvPr id="0" name=""/>
        <dsp:cNvSpPr/>
      </dsp:nvSpPr>
      <dsp:spPr>
        <a:xfrm>
          <a:off x="1393348" y="2165332"/>
          <a:ext cx="9600949" cy="12063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673" tIns="127673" rIns="127673" bIns="12767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Example: </a:t>
          </a:r>
          <a:r>
            <a:rPr lang="en-US" sz="2500" i="1" kern="1200"/>
            <a:t>"Your dining spending tends to increase on weekends. Setting a weekly dining budget may improve savings."</a:t>
          </a:r>
          <a:endParaRPr lang="en-US" sz="2500" kern="1200"/>
        </a:p>
      </dsp:txBody>
      <dsp:txXfrm>
        <a:off x="1393348" y="2165332"/>
        <a:ext cx="9600949" cy="1206362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A95609-5E02-45EE-BE3F-F12ABC69630E}">
      <dsp:nvSpPr>
        <dsp:cNvPr id="0" name=""/>
        <dsp:cNvSpPr/>
      </dsp:nvSpPr>
      <dsp:spPr>
        <a:xfrm>
          <a:off x="0" y="346245"/>
          <a:ext cx="10896600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FF343E-6D1A-40E9-B9A2-5BE04C8EE826}">
      <dsp:nvSpPr>
        <dsp:cNvPr id="0" name=""/>
        <dsp:cNvSpPr/>
      </dsp:nvSpPr>
      <dsp:spPr>
        <a:xfrm>
          <a:off x="544830" y="36285"/>
          <a:ext cx="7627620" cy="6199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8306" tIns="0" rIns="288306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This model serves as a baseline system.</a:t>
          </a:r>
        </a:p>
      </dsp:txBody>
      <dsp:txXfrm>
        <a:off x="575092" y="66547"/>
        <a:ext cx="7567096" cy="559396"/>
      </dsp:txXfrm>
    </dsp:sp>
    <dsp:sp modelId="{D6D43718-E400-4686-A406-5FEDE40683A7}">
      <dsp:nvSpPr>
        <dsp:cNvPr id="0" name=""/>
        <dsp:cNvSpPr/>
      </dsp:nvSpPr>
      <dsp:spPr>
        <a:xfrm>
          <a:off x="0" y="1298805"/>
          <a:ext cx="10896600" cy="2315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5697" tIns="437388" rIns="845697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Hyperparameter tuning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Gradient boosting model comparison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Time-series forecasting for spending trends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Customer segmentation via clustering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Integration with LLM-powered financial coaching</a:t>
          </a:r>
        </a:p>
      </dsp:txBody>
      <dsp:txXfrm>
        <a:off x="0" y="1298805"/>
        <a:ext cx="10896600" cy="2315250"/>
      </dsp:txXfrm>
    </dsp:sp>
    <dsp:sp modelId="{DB726ADA-C366-4A9B-95D2-720F7E49FBEC}">
      <dsp:nvSpPr>
        <dsp:cNvPr id="0" name=""/>
        <dsp:cNvSpPr/>
      </dsp:nvSpPr>
      <dsp:spPr>
        <a:xfrm>
          <a:off x="544830" y="988845"/>
          <a:ext cx="7627620" cy="61992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8306" tIns="0" rIns="288306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Future improvements include:</a:t>
          </a:r>
        </a:p>
      </dsp:txBody>
      <dsp:txXfrm>
        <a:off x="575092" y="1019107"/>
        <a:ext cx="7567096" cy="559396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43C413-1743-46B5-AA3E-A7F4812B1ACE}">
      <dsp:nvSpPr>
        <dsp:cNvPr id="0" name=""/>
        <dsp:cNvSpPr/>
      </dsp:nvSpPr>
      <dsp:spPr>
        <a:xfrm>
          <a:off x="0" y="839220"/>
          <a:ext cx="10896600" cy="1543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5697" tIns="291592" rIns="845697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Data preprocessing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Exploratory analysis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Feature engineering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Predictive modeling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Model evaluation</a:t>
          </a:r>
        </a:p>
      </dsp:txBody>
      <dsp:txXfrm>
        <a:off x="0" y="839220"/>
        <a:ext cx="10896600" cy="1543500"/>
      </dsp:txXfrm>
    </dsp:sp>
    <dsp:sp modelId="{7DA6F056-883A-4873-BDC3-3D78CF4937D4}">
      <dsp:nvSpPr>
        <dsp:cNvPr id="0" name=""/>
        <dsp:cNvSpPr/>
      </dsp:nvSpPr>
      <dsp:spPr>
        <a:xfrm>
          <a:off x="544830" y="632580"/>
          <a:ext cx="7627620" cy="4132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8306" tIns="0" rIns="288306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This project deomostrates an end-to-end machine learning workflow:</a:t>
          </a:r>
        </a:p>
      </dsp:txBody>
      <dsp:txXfrm>
        <a:off x="565005" y="652755"/>
        <a:ext cx="7587270" cy="372930"/>
      </dsp:txXfrm>
    </dsp:sp>
    <dsp:sp modelId="{8F888432-FB20-4681-89CA-817723BD5AC4}">
      <dsp:nvSpPr>
        <dsp:cNvPr id="0" name=""/>
        <dsp:cNvSpPr/>
      </dsp:nvSpPr>
      <dsp:spPr>
        <a:xfrm>
          <a:off x="0" y="2664961"/>
          <a:ext cx="10896600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1155242"/>
              <a:satOff val="-10569"/>
              <a:lumOff val="392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F4F0B5-80E4-467E-B147-A5141757B252}">
      <dsp:nvSpPr>
        <dsp:cNvPr id="0" name=""/>
        <dsp:cNvSpPr/>
      </dsp:nvSpPr>
      <dsp:spPr>
        <a:xfrm>
          <a:off x="544830" y="2458320"/>
          <a:ext cx="7627620" cy="413280"/>
        </a:xfrm>
        <a:prstGeom prst="roundRect">
          <a:avLst/>
        </a:prstGeom>
        <a:solidFill>
          <a:schemeClr val="accent2">
            <a:hueOff val="1155242"/>
            <a:satOff val="-10569"/>
            <a:lumOff val="392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8306" tIns="0" rIns="288306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The result is a predictive analytics system capable of powering intelligent financial tools.</a:t>
          </a:r>
        </a:p>
      </dsp:txBody>
      <dsp:txXfrm>
        <a:off x="565005" y="2478495"/>
        <a:ext cx="7587270" cy="3729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33821-597E-4B4F-8572-5DA1CB1835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950976"/>
            <a:ext cx="6509385" cy="3556730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C38D70-8FF5-47D7-A0DD-087A227BC9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572000"/>
            <a:ext cx="6481953" cy="1485900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5B485-516D-48B7-AF1D-69AEEA351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14DDB-2831-4FF8-9DA7-0449659D7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178F6-65BA-4964-80E2-DB6EA3355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682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A45AC-24E0-45A1-90C3-7BF96C3FC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018E1-7CA3-4B5E-9683-554FDFC63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5D32D-7150-4DF2-B992-A2B4F5605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03F0C-FCA3-464C-B6ED-864DB51E7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41006-DAE1-4326-B1AE-FD527A653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134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3B84-BE32-464A-A765-975C21B5C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923" y="952500"/>
            <a:ext cx="6678695" cy="3962398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145C2-97CF-4887-904A-8ADC80525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43860" y="952501"/>
            <a:ext cx="3500440" cy="396239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24559-DA32-4398-A8EE-EED2469D6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67BE1-F1AC-4732-B52E-1C7D63DEF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13C03-DDF0-48C6-B1BF-D28875F82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8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6F411-42B3-4A17-BE7E-861BE7E7D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E0603-F4C0-40AC-A53E-40449D53D7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40" y="2029968"/>
            <a:ext cx="5281506" cy="41481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BC5634-2887-4182-A9BE-B382357D4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7928" y="2029968"/>
            <a:ext cx="5281506" cy="41481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6B6E74-28E1-4684-B515-4265ED7B1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375EA-A8F8-485D-A82F-CD85D4C9E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9E4B0-F5E3-407F-A548-B616E7749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46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2161A-7627-4D64-AF08-10D702AFE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659" y="950976"/>
            <a:ext cx="10802729" cy="8817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3B6884-07D8-4CC4-BE99-516F1433B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2918" y="1832772"/>
            <a:ext cx="5281507" cy="742638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1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82C638-B5A8-4F8C-85AE-33BEAF54C0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8640" y="2600531"/>
            <a:ext cx="528150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0D1933-A703-4BDC-A697-728E899EED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7927" y="1832772"/>
            <a:ext cx="5283202" cy="742638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1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925DBD-4D51-4A2D-B1E4-6D094CD1E8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7927" y="2600531"/>
            <a:ext cx="52832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2636E2-E26E-42F7-9E05-3F756C7D1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7281B-0E5C-421E-AFFE-775F57C5D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483462-E410-4DC7-AE53-27AABECFE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332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CFA68-31B5-48C5-929A-842FDF0FD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2600-419E-46E9-946F-FBDEDBA1D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85F9A9-98FF-4653-A570-9F351A1AB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D44457-95F1-4B15-A647-B14F91F7A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412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19EABA-1008-4E49-9184-3A946ECD7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5C3BD0-269D-4127-B5F7-84B0D8A74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623447-C740-4495-93EC-7252B1B92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306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D1155-71E7-4F0A-BB62-933743CF6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52500"/>
            <a:ext cx="4124084" cy="23622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B6D44-5A1E-4176-8766-4B81E045D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0700" y="952500"/>
            <a:ext cx="5934074" cy="49085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810EC6-11DD-4B5D-A2D2-4DCF73E583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1" y="3429000"/>
            <a:ext cx="4124084" cy="24399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5DFCDF-666E-4DB4-A1C0-79D40A007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A69AC-15E6-4B19-A59D-DBDBE923D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9F0EE-74DE-4FEC-81E9-E40D53397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743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3CA4F-6508-4AD6-8367-A0288D888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952500"/>
            <a:ext cx="4124084" cy="239791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06BFCD-2F93-4D99-89EA-F0359FB782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2119" y="987425"/>
            <a:ext cx="602218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F4C1F7-1272-41C8-8C29-676316D02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1" y="3429000"/>
            <a:ext cx="4124084" cy="24399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CDD491-0FE6-4B42-AAA6-B698E46F1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58F83F-4E9F-4607-A69B-DFC932560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324484-C6E4-4D8A-BDAB-09B1FBB43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681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07F1B-6F93-4E6E-8C8C-D01A9DEB6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7D2968-FE85-492F-A77B-1771F4EAA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48641" y="2028826"/>
            <a:ext cx="11094348" cy="402907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92DA2-B1FB-45C6-B10C-141AC2BFB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A6D78-CE47-4CA7-B3B6-AFAE5175F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DC5C0-8780-4819-A8FC-32A0141D2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937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B8F9A8-05F2-4F79-B689-1FA2F31965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472612" y="952499"/>
            <a:ext cx="2207417" cy="510540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D615BC-61CD-4D59-8E85-B59072E2B2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57924" y="952499"/>
            <a:ext cx="8914688" cy="51054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81C46-8CC0-4B79-AF2E-84C86C6A8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76817-4D29-4888-B68C-A35F5A069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0B21A-30A9-4173-9E3F-D985B86A3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062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90E843-90BA-4A7D-8F9F-FFE49387A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39" y="950976"/>
            <a:ext cx="10995659" cy="10778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7CA62-9B55-49B4-94B6-EAAF7D5AE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1" y="2028826"/>
            <a:ext cx="10995660" cy="40290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CEA03-AAFA-4A69-A3DA-1DD0EF273F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88729" y="6449535"/>
            <a:ext cx="2983095" cy="30845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4CDE23C7-78A4-413A-A84B-93D4CC0A9EB1}" type="datetimeFigureOut">
              <a:rPr lang="en-US" smtClean="0"/>
              <a:pPr/>
              <a:t>3/6/2026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97F43-1ECB-4FC2-863E-26CEE24A00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7924" y="1737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7F9D8-4B2E-4871-B2AE-EFC06BE23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10710" y="6449535"/>
            <a:ext cx="932279" cy="30845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CB39E08-E0E5-4B1A-8F7D-08FE7678A3B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2919E4-C488-4107-9EF1-66152F848008}"/>
              </a:ext>
            </a:extLst>
          </p:cNvPr>
          <p:cNvCxnSpPr>
            <a:cxnSpLocks/>
          </p:cNvCxnSpPr>
          <p:nvPr/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F79732-4088-424C-A653-4534E4389443}"/>
              </a:ext>
            </a:extLst>
          </p:cNvPr>
          <p:cNvCxnSpPr>
            <a:cxnSpLocks/>
          </p:cNvCxnSpPr>
          <p:nvPr/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9914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43" r:id="rId6"/>
    <p:sldLayoutId id="2147483739" r:id="rId7"/>
    <p:sldLayoutId id="2147483740" r:id="rId8"/>
    <p:sldLayoutId id="2147483741" r:id="rId9"/>
    <p:sldLayoutId id="2147483742" r:id="rId10"/>
    <p:sldLayoutId id="2147483744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3472B768-D6CA-45E8-B749-DE0F9D483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Colored pencils inside a pencil holder which is on top of a wood table">
            <a:extLst>
              <a:ext uri="{FF2B5EF4-FFF2-40B4-BE49-F238E27FC236}">
                <a16:creationId xmlns:a16="http://schemas.microsoft.com/office/drawing/2014/main" id="{03CDFA8D-9A69-AF91-0F9F-835A0E6213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67" name="Rectangle 66">
            <a:extLst>
              <a:ext uri="{FF2B5EF4-FFF2-40B4-BE49-F238E27FC236}">
                <a16:creationId xmlns:a16="http://schemas.microsoft.com/office/drawing/2014/main" id="{13F26D5C-77E9-4A8D-95F0-1635BAD12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-2"/>
            <a:ext cx="12191999" cy="4360983"/>
          </a:xfrm>
          <a:prstGeom prst="rect">
            <a:avLst/>
          </a:prstGeom>
          <a:gradFill flip="none" rotWithShape="1">
            <a:gsLst>
              <a:gs pos="3000">
                <a:srgbClr val="000000">
                  <a:alpha val="0"/>
                </a:srgbClr>
              </a:gs>
              <a:gs pos="61000">
                <a:srgbClr val="000000">
                  <a:alpha val="48000"/>
                </a:srgbClr>
              </a:gs>
              <a:gs pos="100000">
                <a:srgbClr val="000000">
                  <a:alpha val="58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2724" y="952500"/>
            <a:ext cx="6871574" cy="2232131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AI-Powered Transaction Intelligence &amp; Financial Coaching System</a:t>
            </a:r>
            <a:endParaRPr lang="en-US">
              <a:solidFill>
                <a:srgbClr val="FFFFFF"/>
              </a:solidFill>
            </a:endParaRPr>
          </a:p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1048" y="952500"/>
            <a:ext cx="3515652" cy="2181681"/>
          </a:xfrm>
        </p:spPr>
        <p:txBody>
          <a:bodyPr anchor="t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Capstone 3 – Fahad Ali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0632DC5A-0728-490F-8655-6B4377827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28BB1F6D-CF9C-422D-9324-C46415BB9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ED5CB-6E68-624E-E56D-EE5E60E49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Business Problem &amp; Context</a:t>
            </a:r>
            <a:endParaRPr lang="en-US" dirty="0"/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3F6872EB-752C-B4EE-CAB5-28A078EB43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0904031"/>
              </p:ext>
            </p:extLst>
          </p:nvPr>
        </p:nvGraphicFramePr>
        <p:xfrm>
          <a:off x="548641" y="2028826"/>
          <a:ext cx="10995660" cy="40290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05548737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62D1B-EE96-3E59-4591-C8E38C996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Stakeholders, Success Metrics, and Constraints</a:t>
            </a: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2F07A361-5E9C-9D01-E907-95F8F4051FE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48641" y="2028826"/>
          <a:ext cx="10995660" cy="40290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0533932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53D53-C612-467C-78B0-B0D54D72E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Framing the Data Science Problem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3FF4B2F-C3C6-0AF7-FE40-FD239401F83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48641" y="2028826"/>
          <a:ext cx="10995660" cy="40290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33208826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62919E4-C488-4107-9EF1-66152F848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BF79732-4088-424C-A653-4534E43894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00A26AB-E1BA-4180-829A-BF134BA81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498A24E-F6AC-42A6-8BC2-1A91D9768F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679D7AD-A487-4DDE-950D-32D24100B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F756128-D584-C3C6-6379-46A5CDF5D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Overview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3E839688-00FE-2D4A-2DC1-35777518F0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1923295"/>
              </p:ext>
            </p:extLst>
          </p:nvPr>
        </p:nvGraphicFramePr>
        <p:xfrm>
          <a:off x="548641" y="2028826"/>
          <a:ext cx="10995660" cy="40290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38144333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62919E4-C488-4107-9EF1-66152F848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BF79732-4088-424C-A653-4534E43894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00A26AB-E1BA-4180-829A-BF134BA81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498A24E-F6AC-42A6-8BC2-1A91D9768F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679D7AD-A487-4DDE-950D-32D24100B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5A344D3-1927-788D-E32E-79A154311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Wrangling &amp; Preparation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C895645-BA4D-2F7B-4371-24847AB740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4558797"/>
              </p:ext>
            </p:extLst>
          </p:nvPr>
        </p:nvGraphicFramePr>
        <p:xfrm>
          <a:off x="548641" y="2028826"/>
          <a:ext cx="10995660" cy="40290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66408280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B957CFC-E9B2-4BC8-BD75-9F3B5E338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49D34A-9C71-E27D-211A-3E5003059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52499"/>
            <a:ext cx="7566660" cy="912587"/>
          </a:xfrm>
        </p:spPr>
        <p:txBody>
          <a:bodyPr>
            <a:normAutofit/>
          </a:bodyPr>
          <a:lstStyle/>
          <a:p>
            <a:r>
              <a:rPr lang="en-US" sz="3200"/>
              <a:t>Exploratory Data Analysis (EDA)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F784426-8AB9-43C9-8340-281290602D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B96E92E-4D99-41CA-848E-4028B6DA2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B4F2938-6D1B-5BE8-204F-39D36D779E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4460410"/>
              </p:ext>
            </p:extLst>
          </p:nvPr>
        </p:nvGraphicFramePr>
        <p:xfrm>
          <a:off x="647700" y="2191657"/>
          <a:ext cx="10896600" cy="36503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61430466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62919E4-C488-4107-9EF1-66152F848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BF79732-4088-424C-A653-4534E43894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B00A26AB-E1BA-4180-829A-BF134BA81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498A24E-F6AC-42A6-8BC2-1A91D9768F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679D7AD-A487-4DDE-950D-32D24100B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E51EC3-C5A7-E58E-B6E8-DCAC1C465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Spending Behavior Insights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8D2819C-4005-5227-B3C4-7EC3FBCCC8D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48641" y="2028826"/>
          <a:ext cx="10995660" cy="40290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38186472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B957CFC-E9B2-4BC8-BD75-9F3B5E338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3F702E-A4C3-9D61-FBDD-7DCBD90ED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52499"/>
            <a:ext cx="7566660" cy="912587"/>
          </a:xfrm>
        </p:spPr>
        <p:txBody>
          <a:bodyPr>
            <a:normAutofit/>
          </a:bodyPr>
          <a:lstStyle/>
          <a:p>
            <a:r>
              <a:rPr lang="en-US" sz="3200"/>
              <a:t>Modeling Approach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F784426-8AB9-43C9-8340-281290602D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B96E92E-4D99-41CA-848E-4028B6DA2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8301CB9-58D0-2CB4-08AD-8F28C41FE0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2196975"/>
              </p:ext>
            </p:extLst>
          </p:nvPr>
        </p:nvGraphicFramePr>
        <p:xfrm>
          <a:off x="647700" y="2191657"/>
          <a:ext cx="10896600" cy="36503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10522492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2919E4-C488-4107-9EF1-66152F848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BF79732-4088-424C-A653-4534E43894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00A26AB-E1BA-4180-829A-BF134BA81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498A24E-F6AC-42A6-8BC2-1A91D9768F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679D7AD-A487-4DDE-950D-32D24100B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9AAF455-8A2B-B73F-8355-4D2727538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Performance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9F98C4F2-F00B-651F-725E-72A36DDE72C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48641" y="2028826"/>
          <a:ext cx="10995660" cy="40290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74767384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2103D-63DA-616E-5F90-5F19F7231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Drives Spending?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997CC17C-E50F-7F38-4392-8FC320FF2EF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48641" y="2028826"/>
          <a:ext cx="10995660" cy="40290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47062313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C0207-0C82-3D40-6CB9-6EB24783C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Business Recommendations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6A10601-319E-F58D-4807-0A990FA890A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48641" y="2028826"/>
          <a:ext cx="10995660" cy="40290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14756584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B957CFC-E9B2-4BC8-BD75-9F3B5E338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F53A22-489C-D6C5-72EA-067F4EF67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52499"/>
            <a:ext cx="7566660" cy="912587"/>
          </a:xfrm>
        </p:spPr>
        <p:txBody>
          <a:bodyPr>
            <a:normAutofit/>
          </a:bodyPr>
          <a:lstStyle/>
          <a:p>
            <a:r>
              <a:rPr lang="en-US" sz="3200"/>
              <a:t>Practical Considerations &amp; Future Work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F784426-8AB9-43C9-8340-281290602D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B96E92E-4D99-41CA-848E-4028B6DA2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E020782-9C85-8B2A-20E8-3216C27DFC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989790"/>
              </p:ext>
            </p:extLst>
          </p:nvPr>
        </p:nvGraphicFramePr>
        <p:xfrm>
          <a:off x="647700" y="2191657"/>
          <a:ext cx="10896600" cy="36503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57101271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B957CFC-E9B2-4BC8-BD75-9F3B5E338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95DBEA-592A-0458-820E-B7A2C2F9B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52499"/>
            <a:ext cx="7566660" cy="912587"/>
          </a:xfrm>
        </p:spPr>
        <p:txBody>
          <a:bodyPr>
            <a:normAutofit/>
          </a:bodyPr>
          <a:lstStyle/>
          <a:p>
            <a:r>
              <a:rPr lang="en-US" sz="3200"/>
              <a:t>Conclusion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F784426-8AB9-43C9-8340-281290602D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B96E92E-4D99-41CA-848E-4028B6DA2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EC915E35-6A6E-F26E-39B6-4446B7710D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8375150"/>
              </p:ext>
            </p:extLst>
          </p:nvPr>
        </p:nvGraphicFramePr>
        <p:xfrm>
          <a:off x="647700" y="2191657"/>
          <a:ext cx="10896600" cy="36503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24500241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62919E4-C488-4107-9EF1-66152F848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BF79732-4088-424C-A653-4534E43894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A42768F-95BB-478A-ADFA-24FD8097F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ticky notes with question marks">
            <a:extLst>
              <a:ext uri="{FF2B5EF4-FFF2-40B4-BE49-F238E27FC236}">
                <a16:creationId xmlns:a16="http://schemas.microsoft.com/office/drawing/2014/main" id="{4BD119F4-15BD-05E8-2A80-3001D4C4AC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146" r="-2" b="2457"/>
          <a:stretch>
            <a:fillRect/>
          </a:stretch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3F26D5C-77E9-4A8D-95F0-1635BAD12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-2"/>
            <a:ext cx="12191999" cy="4360983"/>
          </a:xfrm>
          <a:prstGeom prst="rect">
            <a:avLst/>
          </a:prstGeom>
          <a:gradFill flip="none" rotWithShape="1">
            <a:gsLst>
              <a:gs pos="3000">
                <a:srgbClr val="000000">
                  <a:alpha val="0"/>
                </a:srgbClr>
              </a:gs>
              <a:gs pos="61000">
                <a:srgbClr val="000000">
                  <a:alpha val="48000"/>
                </a:srgbClr>
              </a:gs>
              <a:gs pos="100000">
                <a:srgbClr val="000000">
                  <a:alpha val="58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0E78DD-D4D0-E3FD-0DCB-D72E309B4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952500"/>
            <a:ext cx="5959365" cy="153511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54C51-7517-9C52-2F0A-44B4CA9B0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15300" y="952499"/>
            <a:ext cx="3429000" cy="153510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solidFill>
                  <a:srgbClr val="FFFFFF"/>
                </a:solidFill>
              </a:rPr>
              <a:t>Thank you!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632DC5A-0728-490F-8655-6B4377827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8BB1F6D-CF9C-422D-9324-C46415BB9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702720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TribuneVTI">
  <a:themeElements>
    <a:clrScheme name="amasis">
      <a:dk1>
        <a:sysClr val="windowText" lastClr="000000"/>
      </a:dk1>
      <a:lt1>
        <a:sysClr val="window" lastClr="FFFFFF"/>
      </a:lt1>
      <a:dk2>
        <a:srgbClr val="470401"/>
      </a:dk2>
      <a:lt2>
        <a:srgbClr val="EBE2E2"/>
      </a:lt2>
      <a:accent1>
        <a:srgbClr val="BD1209"/>
      </a:accent1>
      <a:accent2>
        <a:srgbClr val="F40600"/>
      </a:accent2>
      <a:accent3>
        <a:srgbClr val="F26216"/>
      </a:accent3>
      <a:accent4>
        <a:srgbClr val="F0800D"/>
      </a:accent4>
      <a:accent5>
        <a:srgbClr val="3EA8B6"/>
      </a:accent5>
      <a:accent6>
        <a:srgbClr val="005B6B"/>
      </a:accent6>
      <a:hlink>
        <a:srgbClr val="F40600"/>
      </a:hlink>
      <a:folHlink>
        <a:srgbClr val="1C7E8E"/>
      </a:folHlink>
    </a:clrScheme>
    <a:fontScheme name="Amasis-Univers">
      <a:majorFont>
        <a:latin typeface="Amasis MT Pro Medium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ibuneVTI" id="{4D84C650-59FC-4F6B-ADA6-B11C508FF6CE}" vid="{0E07EAE6-ACBC-4250-8522-FC108A45043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</TotalTime>
  <Words>634</Words>
  <Application>Microsoft Office PowerPoint</Application>
  <PresentationFormat>Widescreen</PresentationFormat>
  <Paragraphs>110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Amasis MT Pro Medium</vt:lpstr>
      <vt:lpstr>Arial</vt:lpstr>
      <vt:lpstr>Univers Light</vt:lpstr>
      <vt:lpstr>TribuneVTI</vt:lpstr>
      <vt:lpstr>AI-Powered Transaction Intelligence &amp; Financial Coaching System </vt:lpstr>
      <vt:lpstr>Business Problem &amp; Context</vt:lpstr>
      <vt:lpstr>Stakeholders, Success Metrics, and Constraints</vt:lpstr>
      <vt:lpstr>Framing the Data Science Problem</vt:lpstr>
      <vt:lpstr>Dataset Overview</vt:lpstr>
      <vt:lpstr>Data Wrangling &amp; Preparation</vt:lpstr>
      <vt:lpstr>Exploratory Data Analysis (EDA)</vt:lpstr>
      <vt:lpstr>Spending Behavior Insights</vt:lpstr>
      <vt:lpstr>Modeling Approach</vt:lpstr>
      <vt:lpstr>Model Performance</vt:lpstr>
      <vt:lpstr>What Drives Spending?</vt:lpstr>
      <vt:lpstr>Business Recommendations</vt:lpstr>
      <vt:lpstr>Practical Considerations &amp; Future Work</vt:lpstr>
      <vt:lpstr>Conclusion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Shayma Remy</cp:lastModifiedBy>
  <cp:revision>439</cp:revision>
  <dcterms:created xsi:type="dcterms:W3CDTF">2026-02-17T22:53:25Z</dcterms:created>
  <dcterms:modified xsi:type="dcterms:W3CDTF">2026-03-06T16:31:53Z</dcterms:modified>
</cp:coreProperties>
</file>